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EA23CA-ED6A-4797-9844-C7F592339DE4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088D25A-516F-4D4C-B285-0E1668F2DFE7}">
      <dgm:prSet/>
      <dgm:spPr/>
      <dgm:t>
        <a:bodyPr/>
        <a:lstStyle/>
        <a:p>
          <a:r>
            <a:rPr lang="en-US" dirty="0"/>
            <a:t>A rotation of personnel designed to provide 24/7 reliability/incident response</a:t>
          </a:r>
        </a:p>
      </dgm:t>
    </dgm:pt>
    <dgm:pt modelId="{07C2C463-E8B1-459F-9665-24B3245AB1BA}" type="parTrans" cxnId="{7F98429A-4876-405D-B488-73E5926BD8B2}">
      <dgm:prSet/>
      <dgm:spPr/>
      <dgm:t>
        <a:bodyPr/>
        <a:lstStyle/>
        <a:p>
          <a:endParaRPr lang="en-US"/>
        </a:p>
      </dgm:t>
    </dgm:pt>
    <dgm:pt modelId="{6E939EE8-E2D2-472A-960E-0D9CD7F253FB}" type="sibTrans" cxnId="{7F98429A-4876-405D-B488-73E5926BD8B2}">
      <dgm:prSet/>
      <dgm:spPr/>
      <dgm:t>
        <a:bodyPr/>
        <a:lstStyle/>
        <a:p>
          <a:endParaRPr lang="en-US"/>
        </a:p>
      </dgm:t>
    </dgm:pt>
    <dgm:pt modelId="{2A0CF3CB-76DC-4F1A-A7AD-5C50EAC011AA}">
      <dgm:prSet/>
      <dgm:spPr/>
      <dgm:t>
        <a:bodyPr/>
        <a:lstStyle/>
        <a:p>
          <a:r>
            <a:rPr lang="en-US" dirty="0"/>
            <a:t>Developers will be On Call for specified periods of times</a:t>
          </a:r>
        </a:p>
      </dgm:t>
    </dgm:pt>
    <dgm:pt modelId="{497F59DA-8C0D-405A-9D53-81DCB40DA26E}" type="parTrans" cxnId="{9CB657D6-5C1C-4D5D-B0AF-A7DE7C44C48D}">
      <dgm:prSet/>
      <dgm:spPr/>
      <dgm:t>
        <a:bodyPr/>
        <a:lstStyle/>
        <a:p>
          <a:endParaRPr lang="en-US"/>
        </a:p>
      </dgm:t>
    </dgm:pt>
    <dgm:pt modelId="{2D42F7CB-A686-4810-81E0-F434CB2FAAB8}" type="sibTrans" cxnId="{9CB657D6-5C1C-4D5D-B0AF-A7DE7C44C48D}">
      <dgm:prSet/>
      <dgm:spPr/>
      <dgm:t>
        <a:bodyPr/>
        <a:lstStyle/>
        <a:p>
          <a:endParaRPr lang="en-US"/>
        </a:p>
      </dgm:t>
    </dgm:pt>
    <dgm:pt modelId="{4C491BDC-7989-47D6-9A7B-ABCCE99237D6}">
      <dgm:prSet/>
      <dgm:spPr/>
      <dgm:t>
        <a:bodyPr/>
        <a:lstStyle/>
        <a:p>
          <a:r>
            <a:rPr lang="en-US" dirty="0"/>
            <a:t>Each developer On Call is responsible for responding to incidents</a:t>
          </a:r>
        </a:p>
      </dgm:t>
    </dgm:pt>
    <dgm:pt modelId="{1FE78B38-B9D4-4020-8FFA-EEC6C811695D}" type="parTrans" cxnId="{EC89F240-8882-43B3-A577-66224E8EC0A2}">
      <dgm:prSet/>
      <dgm:spPr/>
      <dgm:t>
        <a:bodyPr/>
        <a:lstStyle/>
        <a:p>
          <a:endParaRPr lang="en-US"/>
        </a:p>
      </dgm:t>
    </dgm:pt>
    <dgm:pt modelId="{1097D4FE-7843-457D-B762-55146201D7ED}" type="sibTrans" cxnId="{EC89F240-8882-43B3-A577-66224E8EC0A2}">
      <dgm:prSet/>
      <dgm:spPr/>
      <dgm:t>
        <a:bodyPr/>
        <a:lstStyle/>
        <a:p>
          <a:endParaRPr lang="en-US"/>
        </a:p>
      </dgm:t>
    </dgm:pt>
    <dgm:pt modelId="{AC2C5370-2562-488C-85A2-6CCE07688FFE}" type="pres">
      <dgm:prSet presAssocID="{4AEA23CA-ED6A-4797-9844-C7F592339DE4}" presName="root" presStyleCnt="0">
        <dgm:presLayoutVars>
          <dgm:dir/>
          <dgm:resizeHandles val="exact"/>
        </dgm:presLayoutVars>
      </dgm:prSet>
      <dgm:spPr/>
    </dgm:pt>
    <dgm:pt modelId="{DA4BDC75-D3FB-47CB-B3BB-0818F0E937F4}" type="pres">
      <dgm:prSet presAssocID="{3088D25A-516F-4D4C-B285-0E1668F2DFE7}" presName="compNode" presStyleCnt="0"/>
      <dgm:spPr/>
    </dgm:pt>
    <dgm:pt modelId="{2D942D6C-D2AA-444A-8D72-D973FB3569FB}" type="pres">
      <dgm:prSet presAssocID="{3088D25A-516F-4D4C-B285-0E1668F2DFE7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8072B90F-42C3-44E4-ACCE-07865EA1EF18}" type="pres">
      <dgm:prSet presAssocID="{3088D25A-516F-4D4C-B285-0E1668F2DFE7}" presName="spaceRect" presStyleCnt="0"/>
      <dgm:spPr/>
    </dgm:pt>
    <dgm:pt modelId="{30D73D82-FC46-4226-8F6B-E601EF0A3A21}" type="pres">
      <dgm:prSet presAssocID="{3088D25A-516F-4D4C-B285-0E1668F2DFE7}" presName="textRect" presStyleLbl="revTx" presStyleIdx="0" presStyleCnt="3">
        <dgm:presLayoutVars>
          <dgm:chMax val="1"/>
          <dgm:chPref val="1"/>
        </dgm:presLayoutVars>
      </dgm:prSet>
      <dgm:spPr/>
    </dgm:pt>
    <dgm:pt modelId="{C03C74A5-9714-42A8-BE94-746A4A9BA6A1}" type="pres">
      <dgm:prSet presAssocID="{6E939EE8-E2D2-472A-960E-0D9CD7F253FB}" presName="sibTrans" presStyleCnt="0"/>
      <dgm:spPr/>
    </dgm:pt>
    <dgm:pt modelId="{FF06E7DC-2505-49EA-AF4C-69A298C4988A}" type="pres">
      <dgm:prSet presAssocID="{2A0CF3CB-76DC-4F1A-A7AD-5C50EAC011AA}" presName="compNode" presStyleCnt="0"/>
      <dgm:spPr/>
    </dgm:pt>
    <dgm:pt modelId="{3D1F4EE4-A49F-4079-961D-698AC3B40E09}" type="pres">
      <dgm:prSet presAssocID="{2A0CF3CB-76DC-4F1A-A7AD-5C50EAC011A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609EC67E-6123-47A5-A1DA-219A8CA46DA7}" type="pres">
      <dgm:prSet presAssocID="{2A0CF3CB-76DC-4F1A-A7AD-5C50EAC011AA}" presName="spaceRect" presStyleCnt="0"/>
      <dgm:spPr/>
    </dgm:pt>
    <dgm:pt modelId="{6B874132-D539-424A-9E75-DCF7188C29E5}" type="pres">
      <dgm:prSet presAssocID="{2A0CF3CB-76DC-4F1A-A7AD-5C50EAC011AA}" presName="textRect" presStyleLbl="revTx" presStyleIdx="1" presStyleCnt="3">
        <dgm:presLayoutVars>
          <dgm:chMax val="1"/>
          <dgm:chPref val="1"/>
        </dgm:presLayoutVars>
      </dgm:prSet>
      <dgm:spPr/>
    </dgm:pt>
    <dgm:pt modelId="{433B8F0F-CCDD-47B1-806D-A87C3F8F3FBF}" type="pres">
      <dgm:prSet presAssocID="{2D42F7CB-A686-4810-81E0-F434CB2FAAB8}" presName="sibTrans" presStyleCnt="0"/>
      <dgm:spPr/>
    </dgm:pt>
    <dgm:pt modelId="{4E63DA0C-1725-46B3-8470-AFA6D847980B}" type="pres">
      <dgm:prSet presAssocID="{4C491BDC-7989-47D6-9A7B-ABCCE99237D6}" presName="compNode" presStyleCnt="0"/>
      <dgm:spPr/>
    </dgm:pt>
    <dgm:pt modelId="{05FAE012-4D62-4E63-A75D-D851D10018E0}" type="pres">
      <dgm:prSet presAssocID="{4C491BDC-7989-47D6-9A7B-ABCCE99237D6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D5967153-23E5-46DC-9F1B-DBD85E52EF5F}" type="pres">
      <dgm:prSet presAssocID="{4C491BDC-7989-47D6-9A7B-ABCCE99237D6}" presName="spaceRect" presStyleCnt="0"/>
      <dgm:spPr/>
    </dgm:pt>
    <dgm:pt modelId="{AAF4987C-329E-453E-A8D5-71A76E031D25}" type="pres">
      <dgm:prSet presAssocID="{4C491BDC-7989-47D6-9A7B-ABCCE99237D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EC89F240-8882-43B3-A577-66224E8EC0A2}" srcId="{4AEA23CA-ED6A-4797-9844-C7F592339DE4}" destId="{4C491BDC-7989-47D6-9A7B-ABCCE99237D6}" srcOrd="2" destOrd="0" parTransId="{1FE78B38-B9D4-4020-8FFA-EEC6C811695D}" sibTransId="{1097D4FE-7843-457D-B762-55146201D7ED}"/>
    <dgm:cxn modelId="{D8FAE481-E825-4D76-9C6B-34D0AA352BF0}" type="presOf" srcId="{4AEA23CA-ED6A-4797-9844-C7F592339DE4}" destId="{AC2C5370-2562-488C-85A2-6CCE07688FFE}" srcOrd="0" destOrd="0" presId="urn:microsoft.com/office/officeart/2018/2/layout/IconLabelList"/>
    <dgm:cxn modelId="{7F98429A-4876-405D-B488-73E5926BD8B2}" srcId="{4AEA23CA-ED6A-4797-9844-C7F592339DE4}" destId="{3088D25A-516F-4D4C-B285-0E1668F2DFE7}" srcOrd="0" destOrd="0" parTransId="{07C2C463-E8B1-459F-9665-24B3245AB1BA}" sibTransId="{6E939EE8-E2D2-472A-960E-0D9CD7F253FB}"/>
    <dgm:cxn modelId="{95A284A8-119B-47A2-B7CC-BFCC8F4CAADB}" type="presOf" srcId="{2A0CF3CB-76DC-4F1A-A7AD-5C50EAC011AA}" destId="{6B874132-D539-424A-9E75-DCF7188C29E5}" srcOrd="0" destOrd="0" presId="urn:microsoft.com/office/officeart/2018/2/layout/IconLabelList"/>
    <dgm:cxn modelId="{15B958D0-F849-45C8-9B9C-BF4FCB145F75}" type="presOf" srcId="{3088D25A-516F-4D4C-B285-0E1668F2DFE7}" destId="{30D73D82-FC46-4226-8F6B-E601EF0A3A21}" srcOrd="0" destOrd="0" presId="urn:microsoft.com/office/officeart/2018/2/layout/IconLabelList"/>
    <dgm:cxn modelId="{C6B7F7D4-748F-4A4C-9FDA-D2584A5F5421}" type="presOf" srcId="{4C491BDC-7989-47D6-9A7B-ABCCE99237D6}" destId="{AAF4987C-329E-453E-A8D5-71A76E031D25}" srcOrd="0" destOrd="0" presId="urn:microsoft.com/office/officeart/2018/2/layout/IconLabelList"/>
    <dgm:cxn modelId="{9CB657D6-5C1C-4D5D-B0AF-A7DE7C44C48D}" srcId="{4AEA23CA-ED6A-4797-9844-C7F592339DE4}" destId="{2A0CF3CB-76DC-4F1A-A7AD-5C50EAC011AA}" srcOrd="1" destOrd="0" parTransId="{497F59DA-8C0D-405A-9D53-81DCB40DA26E}" sibTransId="{2D42F7CB-A686-4810-81E0-F434CB2FAAB8}"/>
    <dgm:cxn modelId="{CF55D610-284B-4C22-BD4B-1AF0DAB31147}" type="presParOf" srcId="{AC2C5370-2562-488C-85A2-6CCE07688FFE}" destId="{DA4BDC75-D3FB-47CB-B3BB-0818F0E937F4}" srcOrd="0" destOrd="0" presId="urn:microsoft.com/office/officeart/2018/2/layout/IconLabelList"/>
    <dgm:cxn modelId="{EB98F4C3-E5E4-4C96-8A68-E9E6AD3ACE14}" type="presParOf" srcId="{DA4BDC75-D3FB-47CB-B3BB-0818F0E937F4}" destId="{2D942D6C-D2AA-444A-8D72-D973FB3569FB}" srcOrd="0" destOrd="0" presId="urn:microsoft.com/office/officeart/2018/2/layout/IconLabelList"/>
    <dgm:cxn modelId="{65525499-268E-4C80-BC1D-9591196B60E0}" type="presParOf" srcId="{DA4BDC75-D3FB-47CB-B3BB-0818F0E937F4}" destId="{8072B90F-42C3-44E4-ACCE-07865EA1EF18}" srcOrd="1" destOrd="0" presId="urn:microsoft.com/office/officeart/2018/2/layout/IconLabelList"/>
    <dgm:cxn modelId="{E96BBC7A-537A-4AD1-8F9C-0FFF52E4DC45}" type="presParOf" srcId="{DA4BDC75-D3FB-47CB-B3BB-0818F0E937F4}" destId="{30D73D82-FC46-4226-8F6B-E601EF0A3A21}" srcOrd="2" destOrd="0" presId="urn:microsoft.com/office/officeart/2018/2/layout/IconLabelList"/>
    <dgm:cxn modelId="{611AB6F4-9D73-4ECC-97FF-08860F81AD63}" type="presParOf" srcId="{AC2C5370-2562-488C-85A2-6CCE07688FFE}" destId="{C03C74A5-9714-42A8-BE94-746A4A9BA6A1}" srcOrd="1" destOrd="0" presId="urn:microsoft.com/office/officeart/2018/2/layout/IconLabelList"/>
    <dgm:cxn modelId="{9EE81528-5DB3-41D2-A495-D49751313906}" type="presParOf" srcId="{AC2C5370-2562-488C-85A2-6CCE07688FFE}" destId="{FF06E7DC-2505-49EA-AF4C-69A298C4988A}" srcOrd="2" destOrd="0" presId="urn:microsoft.com/office/officeart/2018/2/layout/IconLabelList"/>
    <dgm:cxn modelId="{9EA52432-E78C-4972-A1A3-5CC938B7905C}" type="presParOf" srcId="{FF06E7DC-2505-49EA-AF4C-69A298C4988A}" destId="{3D1F4EE4-A49F-4079-961D-698AC3B40E09}" srcOrd="0" destOrd="0" presId="urn:microsoft.com/office/officeart/2018/2/layout/IconLabelList"/>
    <dgm:cxn modelId="{39BC864A-234A-4118-822B-C3667E4AEA4A}" type="presParOf" srcId="{FF06E7DC-2505-49EA-AF4C-69A298C4988A}" destId="{609EC67E-6123-47A5-A1DA-219A8CA46DA7}" srcOrd="1" destOrd="0" presId="urn:microsoft.com/office/officeart/2018/2/layout/IconLabelList"/>
    <dgm:cxn modelId="{D6D7D1D9-9418-4FF7-A2F2-B496781FE20C}" type="presParOf" srcId="{FF06E7DC-2505-49EA-AF4C-69A298C4988A}" destId="{6B874132-D539-424A-9E75-DCF7188C29E5}" srcOrd="2" destOrd="0" presId="urn:microsoft.com/office/officeart/2018/2/layout/IconLabelList"/>
    <dgm:cxn modelId="{B579021C-558E-4B47-ADEA-B30D9DF874C7}" type="presParOf" srcId="{AC2C5370-2562-488C-85A2-6CCE07688FFE}" destId="{433B8F0F-CCDD-47B1-806D-A87C3F8F3FBF}" srcOrd="3" destOrd="0" presId="urn:microsoft.com/office/officeart/2018/2/layout/IconLabelList"/>
    <dgm:cxn modelId="{0DCCD878-C32A-467A-A8A1-DE14A8940A53}" type="presParOf" srcId="{AC2C5370-2562-488C-85A2-6CCE07688FFE}" destId="{4E63DA0C-1725-46B3-8470-AFA6D847980B}" srcOrd="4" destOrd="0" presId="urn:microsoft.com/office/officeart/2018/2/layout/IconLabelList"/>
    <dgm:cxn modelId="{F76CDF10-D7B9-44FE-AC5E-91FF7C6063B1}" type="presParOf" srcId="{4E63DA0C-1725-46B3-8470-AFA6D847980B}" destId="{05FAE012-4D62-4E63-A75D-D851D10018E0}" srcOrd="0" destOrd="0" presId="urn:microsoft.com/office/officeart/2018/2/layout/IconLabelList"/>
    <dgm:cxn modelId="{F6BFD284-DC74-42E8-9FD4-17EE8194B905}" type="presParOf" srcId="{4E63DA0C-1725-46B3-8470-AFA6D847980B}" destId="{D5967153-23E5-46DC-9F1B-DBD85E52EF5F}" srcOrd="1" destOrd="0" presId="urn:microsoft.com/office/officeart/2018/2/layout/IconLabelList"/>
    <dgm:cxn modelId="{5FF75426-0826-41B9-8CC8-27164C7370C8}" type="presParOf" srcId="{4E63DA0C-1725-46B3-8470-AFA6D847980B}" destId="{AAF4987C-329E-453E-A8D5-71A76E031D25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CA3A21E-4C8F-47CA-9FB3-76375B0882E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491B1015-DABC-4E39-B3BA-C758921933C3}">
      <dgm:prSet/>
      <dgm:spPr/>
      <dgm:t>
        <a:bodyPr/>
        <a:lstStyle/>
        <a:p>
          <a:r>
            <a:rPr lang="en-US"/>
            <a:t>Reduces downtime which improves customer trust</a:t>
          </a:r>
        </a:p>
      </dgm:t>
    </dgm:pt>
    <dgm:pt modelId="{27A25B22-5DAE-400D-A667-B6146AD7A788}" type="parTrans" cxnId="{5BE7741C-C849-4745-AE37-D67376FA59CA}">
      <dgm:prSet/>
      <dgm:spPr/>
      <dgm:t>
        <a:bodyPr/>
        <a:lstStyle/>
        <a:p>
          <a:endParaRPr lang="en-US"/>
        </a:p>
      </dgm:t>
    </dgm:pt>
    <dgm:pt modelId="{88ECC38E-EBE1-475A-931B-96D396EE5D9D}" type="sibTrans" cxnId="{5BE7741C-C849-4745-AE37-D67376FA59CA}">
      <dgm:prSet/>
      <dgm:spPr/>
      <dgm:t>
        <a:bodyPr/>
        <a:lstStyle/>
        <a:p>
          <a:endParaRPr lang="en-US"/>
        </a:p>
      </dgm:t>
    </dgm:pt>
    <dgm:pt modelId="{B72522E3-2F41-4CB5-B930-93FF8F706D96}">
      <dgm:prSet/>
      <dgm:spPr/>
      <dgm:t>
        <a:bodyPr/>
        <a:lstStyle/>
        <a:p>
          <a:r>
            <a:rPr lang="en-US"/>
            <a:t>Prevents knowledge silos</a:t>
          </a:r>
        </a:p>
      </dgm:t>
    </dgm:pt>
    <dgm:pt modelId="{8449CD6F-9ACB-47B0-A80D-B0692D0D4487}" type="parTrans" cxnId="{FB60E1A6-7E4B-41D1-83FF-C344FFBCC433}">
      <dgm:prSet/>
      <dgm:spPr/>
      <dgm:t>
        <a:bodyPr/>
        <a:lstStyle/>
        <a:p>
          <a:endParaRPr lang="en-US"/>
        </a:p>
      </dgm:t>
    </dgm:pt>
    <dgm:pt modelId="{1B96965D-6E2C-4F69-84B3-21023AADD711}" type="sibTrans" cxnId="{FB60E1A6-7E4B-41D1-83FF-C344FFBCC433}">
      <dgm:prSet/>
      <dgm:spPr/>
      <dgm:t>
        <a:bodyPr/>
        <a:lstStyle/>
        <a:p>
          <a:endParaRPr lang="en-US"/>
        </a:p>
      </dgm:t>
    </dgm:pt>
    <dgm:pt modelId="{4C95D8BC-090D-47D7-8CB2-F2AB34F48D3E}">
      <dgm:prSet/>
      <dgm:spPr/>
      <dgm:t>
        <a:bodyPr/>
        <a:lstStyle/>
        <a:p>
          <a:r>
            <a:rPr lang="en-US"/>
            <a:t>Forces accountability on the developers for production health</a:t>
          </a:r>
        </a:p>
      </dgm:t>
    </dgm:pt>
    <dgm:pt modelId="{E52E8057-8020-419A-89EB-106F6FE86DB0}" type="parTrans" cxnId="{B119219D-C4F6-44B9-91DF-44ED1E31DC9D}">
      <dgm:prSet/>
      <dgm:spPr/>
      <dgm:t>
        <a:bodyPr/>
        <a:lstStyle/>
        <a:p>
          <a:endParaRPr lang="en-US"/>
        </a:p>
      </dgm:t>
    </dgm:pt>
    <dgm:pt modelId="{D66BD223-3BEB-40B7-A628-ABE459899C84}" type="sibTrans" cxnId="{B119219D-C4F6-44B9-91DF-44ED1E31DC9D}">
      <dgm:prSet/>
      <dgm:spPr/>
      <dgm:t>
        <a:bodyPr/>
        <a:lstStyle/>
        <a:p>
          <a:endParaRPr lang="en-US"/>
        </a:p>
      </dgm:t>
    </dgm:pt>
    <dgm:pt modelId="{3ECB17A9-847F-4C7C-9AF7-6885039BE103}">
      <dgm:prSet/>
      <dgm:spPr/>
      <dgm:t>
        <a:bodyPr/>
        <a:lstStyle/>
        <a:p>
          <a:r>
            <a:rPr lang="en-US" dirty="0"/>
            <a:t>They are more likely to care about getting things done right the first time, so they don’t get called</a:t>
          </a:r>
        </a:p>
      </dgm:t>
    </dgm:pt>
    <dgm:pt modelId="{BC26D12D-03E6-4B9D-84F7-7BAA3CB9A45F}" type="parTrans" cxnId="{4640E5B6-CD80-40B9-A5F0-736BC94DE320}">
      <dgm:prSet/>
      <dgm:spPr/>
      <dgm:t>
        <a:bodyPr/>
        <a:lstStyle/>
        <a:p>
          <a:endParaRPr lang="en-US"/>
        </a:p>
      </dgm:t>
    </dgm:pt>
    <dgm:pt modelId="{E8E8792A-8917-4DA9-B9D2-C0C43A96F509}" type="sibTrans" cxnId="{4640E5B6-CD80-40B9-A5F0-736BC94DE320}">
      <dgm:prSet/>
      <dgm:spPr/>
      <dgm:t>
        <a:bodyPr/>
        <a:lstStyle/>
        <a:p>
          <a:endParaRPr lang="en-US"/>
        </a:p>
      </dgm:t>
    </dgm:pt>
    <dgm:pt modelId="{15A4781C-D6EF-4753-9401-702B10F35BB3}" type="pres">
      <dgm:prSet presAssocID="{5CA3A21E-4C8F-47CA-9FB3-76375B0882EE}" presName="root" presStyleCnt="0">
        <dgm:presLayoutVars>
          <dgm:dir/>
          <dgm:resizeHandles val="exact"/>
        </dgm:presLayoutVars>
      </dgm:prSet>
      <dgm:spPr/>
    </dgm:pt>
    <dgm:pt modelId="{539837B0-15F5-4F85-9B55-9FC871CEC109}" type="pres">
      <dgm:prSet presAssocID="{491B1015-DABC-4E39-B3BA-C758921933C3}" presName="compNode" presStyleCnt="0"/>
      <dgm:spPr/>
    </dgm:pt>
    <dgm:pt modelId="{76D7B492-CE20-458A-A3A9-86D4E987DC1F}" type="pres">
      <dgm:prSet presAssocID="{491B1015-DABC-4E39-B3BA-C758921933C3}" presName="bgRect" presStyleLbl="bgShp" presStyleIdx="0" presStyleCnt="3"/>
      <dgm:spPr/>
    </dgm:pt>
    <dgm:pt modelId="{0DCBE389-04B2-44FD-9DB0-98FC025F5663}" type="pres">
      <dgm:prSet presAssocID="{491B1015-DABC-4E39-B3BA-C758921933C3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85A6A291-FCEF-4D6F-9C56-A5B36CD4DECC}" type="pres">
      <dgm:prSet presAssocID="{491B1015-DABC-4E39-B3BA-C758921933C3}" presName="spaceRect" presStyleCnt="0"/>
      <dgm:spPr/>
    </dgm:pt>
    <dgm:pt modelId="{6253D316-336A-4ED6-A27F-F47D710CBB96}" type="pres">
      <dgm:prSet presAssocID="{491B1015-DABC-4E39-B3BA-C758921933C3}" presName="parTx" presStyleLbl="revTx" presStyleIdx="0" presStyleCnt="4">
        <dgm:presLayoutVars>
          <dgm:chMax val="0"/>
          <dgm:chPref val="0"/>
        </dgm:presLayoutVars>
      </dgm:prSet>
      <dgm:spPr/>
    </dgm:pt>
    <dgm:pt modelId="{BE73AF1D-20CB-4764-83E4-0832DF71DFFC}" type="pres">
      <dgm:prSet presAssocID="{88ECC38E-EBE1-475A-931B-96D396EE5D9D}" presName="sibTrans" presStyleCnt="0"/>
      <dgm:spPr/>
    </dgm:pt>
    <dgm:pt modelId="{A0432F6F-1CB4-40C1-A9C1-54AF97438BEF}" type="pres">
      <dgm:prSet presAssocID="{B72522E3-2F41-4CB5-B930-93FF8F706D96}" presName="compNode" presStyleCnt="0"/>
      <dgm:spPr/>
    </dgm:pt>
    <dgm:pt modelId="{C888281B-79F4-4CF0-A2A8-A451802CCD46}" type="pres">
      <dgm:prSet presAssocID="{B72522E3-2F41-4CB5-B930-93FF8F706D96}" presName="bgRect" presStyleLbl="bgShp" presStyleIdx="1" presStyleCnt="3"/>
      <dgm:spPr/>
    </dgm:pt>
    <dgm:pt modelId="{895E2243-1262-413C-9F18-357528565383}" type="pres">
      <dgm:prSet presAssocID="{B72522E3-2F41-4CB5-B930-93FF8F706D96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83CAF7E4-B02E-48D8-9F33-52A837A19EF0}" type="pres">
      <dgm:prSet presAssocID="{B72522E3-2F41-4CB5-B930-93FF8F706D96}" presName="spaceRect" presStyleCnt="0"/>
      <dgm:spPr/>
    </dgm:pt>
    <dgm:pt modelId="{59E65185-3439-45A0-8004-F4E4C17412B4}" type="pres">
      <dgm:prSet presAssocID="{B72522E3-2F41-4CB5-B930-93FF8F706D96}" presName="parTx" presStyleLbl="revTx" presStyleIdx="1" presStyleCnt="4">
        <dgm:presLayoutVars>
          <dgm:chMax val="0"/>
          <dgm:chPref val="0"/>
        </dgm:presLayoutVars>
      </dgm:prSet>
      <dgm:spPr/>
    </dgm:pt>
    <dgm:pt modelId="{ED506D14-516A-411A-A313-D2FEAAE89759}" type="pres">
      <dgm:prSet presAssocID="{1B96965D-6E2C-4F69-84B3-21023AADD711}" presName="sibTrans" presStyleCnt="0"/>
      <dgm:spPr/>
    </dgm:pt>
    <dgm:pt modelId="{B34283EA-631F-4A9F-AEEA-10155572B3FF}" type="pres">
      <dgm:prSet presAssocID="{4C95D8BC-090D-47D7-8CB2-F2AB34F48D3E}" presName="compNode" presStyleCnt="0"/>
      <dgm:spPr/>
    </dgm:pt>
    <dgm:pt modelId="{0046C836-1DFE-4E1D-BA7A-604726208495}" type="pres">
      <dgm:prSet presAssocID="{4C95D8BC-090D-47D7-8CB2-F2AB34F48D3E}" presName="bgRect" presStyleLbl="bgShp" presStyleIdx="2" presStyleCnt="3"/>
      <dgm:spPr/>
    </dgm:pt>
    <dgm:pt modelId="{444EE042-79DB-40E4-A255-4800620DB3D2}" type="pres">
      <dgm:prSet presAssocID="{4C95D8BC-090D-47D7-8CB2-F2AB34F48D3E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nching Diagram"/>
        </a:ext>
      </dgm:extLst>
    </dgm:pt>
    <dgm:pt modelId="{25493319-0AAB-4042-8398-CC60031898A1}" type="pres">
      <dgm:prSet presAssocID="{4C95D8BC-090D-47D7-8CB2-F2AB34F48D3E}" presName="spaceRect" presStyleCnt="0"/>
      <dgm:spPr/>
    </dgm:pt>
    <dgm:pt modelId="{53DCCE69-E0F2-450C-9E3E-EBED179AAD01}" type="pres">
      <dgm:prSet presAssocID="{4C95D8BC-090D-47D7-8CB2-F2AB34F48D3E}" presName="parTx" presStyleLbl="revTx" presStyleIdx="2" presStyleCnt="4">
        <dgm:presLayoutVars>
          <dgm:chMax val="0"/>
          <dgm:chPref val="0"/>
        </dgm:presLayoutVars>
      </dgm:prSet>
      <dgm:spPr/>
    </dgm:pt>
    <dgm:pt modelId="{BB514BFE-49AF-4F68-91A9-D11FB198EA0B}" type="pres">
      <dgm:prSet presAssocID="{4C95D8BC-090D-47D7-8CB2-F2AB34F48D3E}" presName="desTx" presStyleLbl="revTx" presStyleIdx="3" presStyleCnt="4">
        <dgm:presLayoutVars/>
      </dgm:prSet>
      <dgm:spPr/>
    </dgm:pt>
  </dgm:ptLst>
  <dgm:cxnLst>
    <dgm:cxn modelId="{28DA4F02-8038-46B3-9697-80B14B0856C7}" type="presOf" srcId="{4C95D8BC-090D-47D7-8CB2-F2AB34F48D3E}" destId="{53DCCE69-E0F2-450C-9E3E-EBED179AAD01}" srcOrd="0" destOrd="0" presId="urn:microsoft.com/office/officeart/2018/2/layout/IconVerticalSolidList"/>
    <dgm:cxn modelId="{5BE7741C-C849-4745-AE37-D67376FA59CA}" srcId="{5CA3A21E-4C8F-47CA-9FB3-76375B0882EE}" destId="{491B1015-DABC-4E39-B3BA-C758921933C3}" srcOrd="0" destOrd="0" parTransId="{27A25B22-5DAE-400D-A667-B6146AD7A788}" sibTransId="{88ECC38E-EBE1-475A-931B-96D396EE5D9D}"/>
    <dgm:cxn modelId="{1B9E9D32-C781-4929-B2CA-37A7F5420274}" type="presOf" srcId="{491B1015-DABC-4E39-B3BA-C758921933C3}" destId="{6253D316-336A-4ED6-A27F-F47D710CBB96}" srcOrd="0" destOrd="0" presId="urn:microsoft.com/office/officeart/2018/2/layout/IconVerticalSolidList"/>
    <dgm:cxn modelId="{FAE44A66-4AC9-4586-8573-5FC21A9B7859}" type="presOf" srcId="{5CA3A21E-4C8F-47CA-9FB3-76375B0882EE}" destId="{15A4781C-D6EF-4753-9401-702B10F35BB3}" srcOrd="0" destOrd="0" presId="urn:microsoft.com/office/officeart/2018/2/layout/IconVerticalSolidList"/>
    <dgm:cxn modelId="{B119219D-C4F6-44B9-91DF-44ED1E31DC9D}" srcId="{5CA3A21E-4C8F-47CA-9FB3-76375B0882EE}" destId="{4C95D8BC-090D-47D7-8CB2-F2AB34F48D3E}" srcOrd="2" destOrd="0" parTransId="{E52E8057-8020-419A-89EB-106F6FE86DB0}" sibTransId="{D66BD223-3BEB-40B7-A628-ABE459899C84}"/>
    <dgm:cxn modelId="{FB60E1A6-7E4B-41D1-83FF-C344FFBCC433}" srcId="{5CA3A21E-4C8F-47CA-9FB3-76375B0882EE}" destId="{B72522E3-2F41-4CB5-B930-93FF8F706D96}" srcOrd="1" destOrd="0" parTransId="{8449CD6F-9ACB-47B0-A80D-B0692D0D4487}" sibTransId="{1B96965D-6E2C-4F69-84B3-21023AADD711}"/>
    <dgm:cxn modelId="{4640E5B6-CD80-40B9-A5F0-736BC94DE320}" srcId="{4C95D8BC-090D-47D7-8CB2-F2AB34F48D3E}" destId="{3ECB17A9-847F-4C7C-9AF7-6885039BE103}" srcOrd="0" destOrd="0" parTransId="{BC26D12D-03E6-4B9D-84F7-7BAA3CB9A45F}" sibTransId="{E8E8792A-8917-4DA9-B9D2-C0C43A96F509}"/>
    <dgm:cxn modelId="{50DEB4C6-ED35-4463-AA79-E47C8C9EBA0C}" type="presOf" srcId="{3ECB17A9-847F-4C7C-9AF7-6885039BE103}" destId="{BB514BFE-49AF-4F68-91A9-D11FB198EA0B}" srcOrd="0" destOrd="0" presId="urn:microsoft.com/office/officeart/2018/2/layout/IconVerticalSolidList"/>
    <dgm:cxn modelId="{932F6FDB-EDC7-4C6F-9F3D-6FDAB0008203}" type="presOf" srcId="{B72522E3-2F41-4CB5-B930-93FF8F706D96}" destId="{59E65185-3439-45A0-8004-F4E4C17412B4}" srcOrd="0" destOrd="0" presId="urn:microsoft.com/office/officeart/2018/2/layout/IconVerticalSolidList"/>
    <dgm:cxn modelId="{8D09DB50-E4A8-448B-AD1A-2B4DDCA13F16}" type="presParOf" srcId="{15A4781C-D6EF-4753-9401-702B10F35BB3}" destId="{539837B0-15F5-4F85-9B55-9FC871CEC109}" srcOrd="0" destOrd="0" presId="urn:microsoft.com/office/officeart/2018/2/layout/IconVerticalSolidList"/>
    <dgm:cxn modelId="{FB84CE19-73E1-4FA9-8AD5-EDD7A81E629B}" type="presParOf" srcId="{539837B0-15F5-4F85-9B55-9FC871CEC109}" destId="{76D7B492-CE20-458A-A3A9-86D4E987DC1F}" srcOrd="0" destOrd="0" presId="urn:microsoft.com/office/officeart/2018/2/layout/IconVerticalSolidList"/>
    <dgm:cxn modelId="{884C57B2-EBA8-44E5-8423-949EFADEEE80}" type="presParOf" srcId="{539837B0-15F5-4F85-9B55-9FC871CEC109}" destId="{0DCBE389-04B2-44FD-9DB0-98FC025F5663}" srcOrd="1" destOrd="0" presId="urn:microsoft.com/office/officeart/2018/2/layout/IconVerticalSolidList"/>
    <dgm:cxn modelId="{A1651FEE-9DB9-4C51-B83B-C06FD1CC18D0}" type="presParOf" srcId="{539837B0-15F5-4F85-9B55-9FC871CEC109}" destId="{85A6A291-FCEF-4D6F-9C56-A5B36CD4DECC}" srcOrd="2" destOrd="0" presId="urn:microsoft.com/office/officeart/2018/2/layout/IconVerticalSolidList"/>
    <dgm:cxn modelId="{5581D6A6-83F2-40C5-89F9-1203978230FA}" type="presParOf" srcId="{539837B0-15F5-4F85-9B55-9FC871CEC109}" destId="{6253D316-336A-4ED6-A27F-F47D710CBB96}" srcOrd="3" destOrd="0" presId="urn:microsoft.com/office/officeart/2018/2/layout/IconVerticalSolidList"/>
    <dgm:cxn modelId="{13BE400E-D8D7-488F-9F9D-190976CD23FD}" type="presParOf" srcId="{15A4781C-D6EF-4753-9401-702B10F35BB3}" destId="{BE73AF1D-20CB-4764-83E4-0832DF71DFFC}" srcOrd="1" destOrd="0" presId="urn:microsoft.com/office/officeart/2018/2/layout/IconVerticalSolidList"/>
    <dgm:cxn modelId="{20BE645E-1612-49A5-938D-5B824693B528}" type="presParOf" srcId="{15A4781C-D6EF-4753-9401-702B10F35BB3}" destId="{A0432F6F-1CB4-40C1-A9C1-54AF97438BEF}" srcOrd="2" destOrd="0" presId="urn:microsoft.com/office/officeart/2018/2/layout/IconVerticalSolidList"/>
    <dgm:cxn modelId="{B8AAA064-CB9E-48FA-939E-5A2D70DBCD1E}" type="presParOf" srcId="{A0432F6F-1CB4-40C1-A9C1-54AF97438BEF}" destId="{C888281B-79F4-4CF0-A2A8-A451802CCD46}" srcOrd="0" destOrd="0" presId="urn:microsoft.com/office/officeart/2018/2/layout/IconVerticalSolidList"/>
    <dgm:cxn modelId="{D1BF5CD9-8BB0-4F1B-BFA1-4483B2B6AC66}" type="presParOf" srcId="{A0432F6F-1CB4-40C1-A9C1-54AF97438BEF}" destId="{895E2243-1262-413C-9F18-357528565383}" srcOrd="1" destOrd="0" presId="urn:microsoft.com/office/officeart/2018/2/layout/IconVerticalSolidList"/>
    <dgm:cxn modelId="{EC7B07D2-A447-43BE-80CD-CE016C7822F3}" type="presParOf" srcId="{A0432F6F-1CB4-40C1-A9C1-54AF97438BEF}" destId="{83CAF7E4-B02E-48D8-9F33-52A837A19EF0}" srcOrd="2" destOrd="0" presId="urn:microsoft.com/office/officeart/2018/2/layout/IconVerticalSolidList"/>
    <dgm:cxn modelId="{930DE561-89BA-401B-8C67-8B2CCC6D8D70}" type="presParOf" srcId="{A0432F6F-1CB4-40C1-A9C1-54AF97438BEF}" destId="{59E65185-3439-45A0-8004-F4E4C17412B4}" srcOrd="3" destOrd="0" presId="urn:microsoft.com/office/officeart/2018/2/layout/IconVerticalSolidList"/>
    <dgm:cxn modelId="{879C2775-E777-44BC-9D7A-74965A12B4AB}" type="presParOf" srcId="{15A4781C-D6EF-4753-9401-702B10F35BB3}" destId="{ED506D14-516A-411A-A313-D2FEAAE89759}" srcOrd="3" destOrd="0" presId="urn:microsoft.com/office/officeart/2018/2/layout/IconVerticalSolidList"/>
    <dgm:cxn modelId="{DB1E7A1F-73F0-431D-A4B9-A5500F56DF6B}" type="presParOf" srcId="{15A4781C-D6EF-4753-9401-702B10F35BB3}" destId="{B34283EA-631F-4A9F-AEEA-10155572B3FF}" srcOrd="4" destOrd="0" presId="urn:microsoft.com/office/officeart/2018/2/layout/IconVerticalSolidList"/>
    <dgm:cxn modelId="{8469D64C-8B65-4654-A238-4343E3F3D656}" type="presParOf" srcId="{B34283EA-631F-4A9F-AEEA-10155572B3FF}" destId="{0046C836-1DFE-4E1D-BA7A-604726208495}" srcOrd="0" destOrd="0" presId="urn:microsoft.com/office/officeart/2018/2/layout/IconVerticalSolidList"/>
    <dgm:cxn modelId="{1D6DBC41-A3E8-4908-B01E-59C59D3CCD47}" type="presParOf" srcId="{B34283EA-631F-4A9F-AEEA-10155572B3FF}" destId="{444EE042-79DB-40E4-A255-4800620DB3D2}" srcOrd="1" destOrd="0" presId="urn:microsoft.com/office/officeart/2018/2/layout/IconVerticalSolidList"/>
    <dgm:cxn modelId="{36C21913-5C56-467E-BFD5-31764391CED9}" type="presParOf" srcId="{B34283EA-631F-4A9F-AEEA-10155572B3FF}" destId="{25493319-0AAB-4042-8398-CC60031898A1}" srcOrd="2" destOrd="0" presId="urn:microsoft.com/office/officeart/2018/2/layout/IconVerticalSolidList"/>
    <dgm:cxn modelId="{2D5A54F3-4FAC-4BFC-AB20-8A277B041135}" type="presParOf" srcId="{B34283EA-631F-4A9F-AEEA-10155572B3FF}" destId="{53DCCE69-E0F2-450C-9E3E-EBED179AAD01}" srcOrd="3" destOrd="0" presId="urn:microsoft.com/office/officeart/2018/2/layout/IconVerticalSolidList"/>
    <dgm:cxn modelId="{B2BCE670-85C7-4EE0-A2E6-0C0E4770F140}" type="presParOf" srcId="{B34283EA-631F-4A9F-AEEA-10155572B3FF}" destId="{BB514BFE-49AF-4F68-91A9-D11FB198EA0B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5970EC5-9726-465D-9EEF-067FA7ECC599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EF2B6BC-3681-4F71-B9EC-54D2CF1495C6}">
      <dgm:prSet/>
      <dgm:spPr/>
      <dgm:t>
        <a:bodyPr/>
        <a:lstStyle/>
        <a:p>
          <a:r>
            <a:rPr lang="en-US"/>
            <a:t>Low value alerts</a:t>
          </a:r>
        </a:p>
      </dgm:t>
    </dgm:pt>
    <dgm:pt modelId="{07014360-D6A3-4395-84D0-053826E27F33}" type="parTrans" cxnId="{658EA7AA-F542-413F-AEA0-9536B7298DBA}">
      <dgm:prSet/>
      <dgm:spPr/>
      <dgm:t>
        <a:bodyPr/>
        <a:lstStyle/>
        <a:p>
          <a:endParaRPr lang="en-US"/>
        </a:p>
      </dgm:t>
    </dgm:pt>
    <dgm:pt modelId="{A7FDC438-A96A-4731-BE1A-CC02C3D887AA}" type="sibTrans" cxnId="{658EA7AA-F542-413F-AEA0-9536B7298DBA}">
      <dgm:prSet/>
      <dgm:spPr/>
      <dgm:t>
        <a:bodyPr/>
        <a:lstStyle/>
        <a:p>
          <a:endParaRPr lang="en-US"/>
        </a:p>
      </dgm:t>
    </dgm:pt>
    <dgm:pt modelId="{FEF28144-5EB6-4D3B-BCA8-7225ED6D1468}">
      <dgm:prSet/>
      <dgm:spPr/>
      <dgm:t>
        <a:bodyPr/>
        <a:lstStyle/>
        <a:p>
          <a:r>
            <a:rPr lang="en-US"/>
            <a:t>Alerts should be about critical things that can’t wait.</a:t>
          </a:r>
        </a:p>
      </dgm:t>
    </dgm:pt>
    <dgm:pt modelId="{098CEF08-D641-4FE1-8431-06184202F11D}" type="parTrans" cxnId="{37BB3FA7-4FC4-429B-A327-22D652A8B7D2}">
      <dgm:prSet/>
      <dgm:spPr/>
      <dgm:t>
        <a:bodyPr/>
        <a:lstStyle/>
        <a:p>
          <a:endParaRPr lang="en-US"/>
        </a:p>
      </dgm:t>
    </dgm:pt>
    <dgm:pt modelId="{A690D807-045E-43EB-A2CF-9F700B17FC24}" type="sibTrans" cxnId="{37BB3FA7-4FC4-429B-A327-22D652A8B7D2}">
      <dgm:prSet/>
      <dgm:spPr/>
      <dgm:t>
        <a:bodyPr/>
        <a:lstStyle/>
        <a:p>
          <a:endParaRPr lang="en-US"/>
        </a:p>
      </dgm:t>
    </dgm:pt>
    <dgm:pt modelId="{9DCEF33B-8015-4471-B96E-E58F77AEA628}">
      <dgm:prSet/>
      <dgm:spPr/>
      <dgm:t>
        <a:bodyPr/>
        <a:lstStyle/>
        <a:p>
          <a:r>
            <a:rPr lang="en-US"/>
            <a:t>On-Call and Project Work Conflicts</a:t>
          </a:r>
        </a:p>
      </dgm:t>
    </dgm:pt>
    <dgm:pt modelId="{DF612F69-7E9E-40BB-A136-4ECE926788A1}" type="parTrans" cxnId="{64BA8AEB-1370-4A3E-ACF2-AFC9BBAD66CA}">
      <dgm:prSet/>
      <dgm:spPr/>
      <dgm:t>
        <a:bodyPr/>
        <a:lstStyle/>
        <a:p>
          <a:endParaRPr lang="en-US"/>
        </a:p>
      </dgm:t>
    </dgm:pt>
    <dgm:pt modelId="{90FCF541-3A46-488F-831E-67108A3207FB}" type="sibTrans" cxnId="{64BA8AEB-1370-4A3E-ACF2-AFC9BBAD66CA}">
      <dgm:prSet/>
      <dgm:spPr/>
      <dgm:t>
        <a:bodyPr/>
        <a:lstStyle/>
        <a:p>
          <a:endParaRPr lang="en-US"/>
        </a:p>
      </dgm:t>
    </dgm:pt>
    <dgm:pt modelId="{FE7428F1-2B27-4F12-BFB3-5D3F40478B7A}">
      <dgm:prSet/>
      <dgm:spPr/>
      <dgm:t>
        <a:bodyPr/>
        <a:lstStyle/>
        <a:p>
          <a:r>
            <a:rPr lang="en-US"/>
            <a:t>The rotation may cause conflicts with completing project work</a:t>
          </a:r>
        </a:p>
      </dgm:t>
    </dgm:pt>
    <dgm:pt modelId="{FD20C6BD-1B60-46BD-96F0-061225B5FE76}" type="parTrans" cxnId="{F1A13982-F975-4F55-A226-C33A6CCE50B1}">
      <dgm:prSet/>
      <dgm:spPr/>
      <dgm:t>
        <a:bodyPr/>
        <a:lstStyle/>
        <a:p>
          <a:endParaRPr lang="en-US"/>
        </a:p>
      </dgm:t>
    </dgm:pt>
    <dgm:pt modelId="{05A5B203-B847-4127-901E-42A805D226F2}" type="sibTrans" cxnId="{F1A13982-F975-4F55-A226-C33A6CCE50B1}">
      <dgm:prSet/>
      <dgm:spPr/>
      <dgm:t>
        <a:bodyPr/>
        <a:lstStyle/>
        <a:p>
          <a:endParaRPr lang="en-US"/>
        </a:p>
      </dgm:t>
    </dgm:pt>
    <dgm:pt modelId="{8EED13EF-4C58-4BE2-B7B0-CE98E21944F7}">
      <dgm:prSet/>
      <dgm:spPr/>
      <dgm:t>
        <a:bodyPr/>
        <a:lstStyle/>
        <a:p>
          <a:r>
            <a:rPr lang="en-US"/>
            <a:t>Small rotation schedules</a:t>
          </a:r>
        </a:p>
      </dgm:t>
    </dgm:pt>
    <dgm:pt modelId="{16A1A177-F788-4067-A165-14E5276AEC76}" type="parTrans" cxnId="{B720F935-E35D-4E24-A6AE-1CB196E722DA}">
      <dgm:prSet/>
      <dgm:spPr/>
      <dgm:t>
        <a:bodyPr/>
        <a:lstStyle/>
        <a:p>
          <a:endParaRPr lang="en-US"/>
        </a:p>
      </dgm:t>
    </dgm:pt>
    <dgm:pt modelId="{9FD47098-92D8-4CD3-9365-CFFDB589A6DD}" type="sibTrans" cxnId="{B720F935-E35D-4E24-A6AE-1CB196E722DA}">
      <dgm:prSet/>
      <dgm:spPr/>
      <dgm:t>
        <a:bodyPr/>
        <a:lstStyle/>
        <a:p>
          <a:endParaRPr lang="en-US"/>
        </a:p>
      </dgm:t>
    </dgm:pt>
    <dgm:pt modelId="{F3027501-D212-4FB7-8C7B-C8699E0D3C22}">
      <dgm:prSet/>
      <dgm:spPr/>
      <dgm:t>
        <a:bodyPr/>
        <a:lstStyle/>
        <a:p>
          <a:r>
            <a:rPr lang="en-US" dirty="0"/>
            <a:t>Small teams mean people are on call potentially more than once a month, increasing potential burnout</a:t>
          </a:r>
        </a:p>
      </dgm:t>
    </dgm:pt>
    <dgm:pt modelId="{4F4E86C3-AA34-4B83-9BB1-15534665C460}" type="parTrans" cxnId="{7001C3D6-F7AB-4424-927E-32782A159D65}">
      <dgm:prSet/>
      <dgm:spPr/>
      <dgm:t>
        <a:bodyPr/>
        <a:lstStyle/>
        <a:p>
          <a:endParaRPr lang="en-US"/>
        </a:p>
      </dgm:t>
    </dgm:pt>
    <dgm:pt modelId="{8E470717-14DC-452B-AFC3-FD6C8B8F6073}" type="sibTrans" cxnId="{7001C3D6-F7AB-4424-927E-32782A159D65}">
      <dgm:prSet/>
      <dgm:spPr/>
      <dgm:t>
        <a:bodyPr/>
        <a:lstStyle/>
        <a:p>
          <a:endParaRPr lang="en-US"/>
        </a:p>
      </dgm:t>
    </dgm:pt>
    <dgm:pt modelId="{84B20B0D-F309-4443-8862-BC513A24CAD2}" type="pres">
      <dgm:prSet presAssocID="{35970EC5-9726-465D-9EEF-067FA7ECC599}" presName="Name0" presStyleCnt="0">
        <dgm:presLayoutVars>
          <dgm:dir/>
          <dgm:animLvl val="lvl"/>
          <dgm:resizeHandles val="exact"/>
        </dgm:presLayoutVars>
      </dgm:prSet>
      <dgm:spPr/>
    </dgm:pt>
    <dgm:pt modelId="{F5ED3360-8D37-40C9-9170-DCC92FB30C7A}" type="pres">
      <dgm:prSet presAssocID="{7EF2B6BC-3681-4F71-B9EC-54D2CF1495C6}" presName="composite" presStyleCnt="0"/>
      <dgm:spPr/>
    </dgm:pt>
    <dgm:pt modelId="{336578EE-C37F-44D5-8DDF-B6DB9667CD03}" type="pres">
      <dgm:prSet presAssocID="{7EF2B6BC-3681-4F71-B9EC-54D2CF1495C6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E538E143-F654-4B70-8366-7C7D19E13728}" type="pres">
      <dgm:prSet presAssocID="{7EF2B6BC-3681-4F71-B9EC-54D2CF1495C6}" presName="desTx" presStyleLbl="alignAccFollowNode1" presStyleIdx="0" presStyleCnt="3">
        <dgm:presLayoutVars>
          <dgm:bulletEnabled val="1"/>
        </dgm:presLayoutVars>
      </dgm:prSet>
      <dgm:spPr/>
    </dgm:pt>
    <dgm:pt modelId="{C88EC6ED-5494-4129-8540-C735934DCEA7}" type="pres">
      <dgm:prSet presAssocID="{A7FDC438-A96A-4731-BE1A-CC02C3D887AA}" presName="space" presStyleCnt="0"/>
      <dgm:spPr/>
    </dgm:pt>
    <dgm:pt modelId="{EA53DEBD-4DA9-4A2D-9905-240038248001}" type="pres">
      <dgm:prSet presAssocID="{9DCEF33B-8015-4471-B96E-E58F77AEA628}" presName="composite" presStyleCnt="0"/>
      <dgm:spPr/>
    </dgm:pt>
    <dgm:pt modelId="{42C45B09-2B89-4A1B-95D6-51B679BCAE84}" type="pres">
      <dgm:prSet presAssocID="{9DCEF33B-8015-4471-B96E-E58F77AEA628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F6FB1DCE-11E2-415D-9EA9-D1EB8739038D}" type="pres">
      <dgm:prSet presAssocID="{9DCEF33B-8015-4471-B96E-E58F77AEA628}" presName="desTx" presStyleLbl="alignAccFollowNode1" presStyleIdx="1" presStyleCnt="3">
        <dgm:presLayoutVars>
          <dgm:bulletEnabled val="1"/>
        </dgm:presLayoutVars>
      </dgm:prSet>
      <dgm:spPr/>
    </dgm:pt>
    <dgm:pt modelId="{944898DD-86D9-42F7-9E4A-3697B97400D5}" type="pres">
      <dgm:prSet presAssocID="{90FCF541-3A46-488F-831E-67108A3207FB}" presName="space" presStyleCnt="0"/>
      <dgm:spPr/>
    </dgm:pt>
    <dgm:pt modelId="{083D06C1-01E3-4514-927A-A2EEC4B1CF07}" type="pres">
      <dgm:prSet presAssocID="{8EED13EF-4C58-4BE2-B7B0-CE98E21944F7}" presName="composite" presStyleCnt="0"/>
      <dgm:spPr/>
    </dgm:pt>
    <dgm:pt modelId="{1A4973ED-1C37-466D-BFDF-3A8882580E11}" type="pres">
      <dgm:prSet presAssocID="{8EED13EF-4C58-4BE2-B7B0-CE98E21944F7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12A0D366-5F23-43DB-8E19-EB3012908238}" type="pres">
      <dgm:prSet presAssocID="{8EED13EF-4C58-4BE2-B7B0-CE98E21944F7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1C1E603-9BAF-436F-8977-AA058B39A160}" type="presOf" srcId="{35970EC5-9726-465D-9EEF-067FA7ECC599}" destId="{84B20B0D-F309-4443-8862-BC513A24CAD2}" srcOrd="0" destOrd="0" presId="urn:microsoft.com/office/officeart/2005/8/layout/hList1"/>
    <dgm:cxn modelId="{B720F935-E35D-4E24-A6AE-1CB196E722DA}" srcId="{35970EC5-9726-465D-9EEF-067FA7ECC599}" destId="{8EED13EF-4C58-4BE2-B7B0-CE98E21944F7}" srcOrd="2" destOrd="0" parTransId="{16A1A177-F788-4067-A165-14E5276AEC76}" sibTransId="{9FD47098-92D8-4CD3-9365-CFFDB589A6DD}"/>
    <dgm:cxn modelId="{0EB7D34E-F917-4DEE-A30E-F53510A1390C}" type="presOf" srcId="{F3027501-D212-4FB7-8C7B-C8699E0D3C22}" destId="{12A0D366-5F23-43DB-8E19-EB3012908238}" srcOrd="0" destOrd="0" presId="urn:microsoft.com/office/officeart/2005/8/layout/hList1"/>
    <dgm:cxn modelId="{8ABED276-6AA1-431C-87CE-2E1C64899B75}" type="presOf" srcId="{FE7428F1-2B27-4F12-BFB3-5D3F40478B7A}" destId="{F6FB1DCE-11E2-415D-9EA9-D1EB8739038D}" srcOrd="0" destOrd="0" presId="urn:microsoft.com/office/officeart/2005/8/layout/hList1"/>
    <dgm:cxn modelId="{F1A13982-F975-4F55-A226-C33A6CCE50B1}" srcId="{9DCEF33B-8015-4471-B96E-E58F77AEA628}" destId="{FE7428F1-2B27-4F12-BFB3-5D3F40478B7A}" srcOrd="0" destOrd="0" parTransId="{FD20C6BD-1B60-46BD-96F0-061225B5FE76}" sibTransId="{05A5B203-B847-4127-901E-42A805D226F2}"/>
    <dgm:cxn modelId="{43295F86-AE54-4189-99AA-497302D8A2CB}" type="presOf" srcId="{8EED13EF-4C58-4BE2-B7B0-CE98E21944F7}" destId="{1A4973ED-1C37-466D-BFDF-3A8882580E11}" srcOrd="0" destOrd="0" presId="urn:microsoft.com/office/officeart/2005/8/layout/hList1"/>
    <dgm:cxn modelId="{EC95D397-5441-4BB4-9CF9-AB42035F044E}" type="presOf" srcId="{7EF2B6BC-3681-4F71-B9EC-54D2CF1495C6}" destId="{336578EE-C37F-44D5-8DDF-B6DB9667CD03}" srcOrd="0" destOrd="0" presId="urn:microsoft.com/office/officeart/2005/8/layout/hList1"/>
    <dgm:cxn modelId="{37BB3FA7-4FC4-429B-A327-22D652A8B7D2}" srcId="{7EF2B6BC-3681-4F71-B9EC-54D2CF1495C6}" destId="{FEF28144-5EB6-4D3B-BCA8-7225ED6D1468}" srcOrd="0" destOrd="0" parTransId="{098CEF08-D641-4FE1-8431-06184202F11D}" sibTransId="{A690D807-045E-43EB-A2CF-9F700B17FC24}"/>
    <dgm:cxn modelId="{658EA7AA-F542-413F-AEA0-9536B7298DBA}" srcId="{35970EC5-9726-465D-9EEF-067FA7ECC599}" destId="{7EF2B6BC-3681-4F71-B9EC-54D2CF1495C6}" srcOrd="0" destOrd="0" parTransId="{07014360-D6A3-4395-84D0-053826E27F33}" sibTransId="{A7FDC438-A96A-4731-BE1A-CC02C3D887AA}"/>
    <dgm:cxn modelId="{DC1E39AC-7927-4ED5-BED6-0786FFB5319A}" type="presOf" srcId="{9DCEF33B-8015-4471-B96E-E58F77AEA628}" destId="{42C45B09-2B89-4A1B-95D6-51B679BCAE84}" srcOrd="0" destOrd="0" presId="urn:microsoft.com/office/officeart/2005/8/layout/hList1"/>
    <dgm:cxn modelId="{7001C3D6-F7AB-4424-927E-32782A159D65}" srcId="{8EED13EF-4C58-4BE2-B7B0-CE98E21944F7}" destId="{F3027501-D212-4FB7-8C7B-C8699E0D3C22}" srcOrd="0" destOrd="0" parTransId="{4F4E86C3-AA34-4B83-9BB1-15534665C460}" sibTransId="{8E470717-14DC-452B-AFC3-FD6C8B8F6073}"/>
    <dgm:cxn modelId="{64BA8AEB-1370-4A3E-ACF2-AFC9BBAD66CA}" srcId="{35970EC5-9726-465D-9EEF-067FA7ECC599}" destId="{9DCEF33B-8015-4471-B96E-E58F77AEA628}" srcOrd="1" destOrd="0" parTransId="{DF612F69-7E9E-40BB-A136-4ECE926788A1}" sibTransId="{90FCF541-3A46-488F-831E-67108A3207FB}"/>
    <dgm:cxn modelId="{3D1E17FB-83D6-4C96-8823-8F5F46980971}" type="presOf" srcId="{FEF28144-5EB6-4D3B-BCA8-7225ED6D1468}" destId="{E538E143-F654-4B70-8366-7C7D19E13728}" srcOrd="0" destOrd="0" presId="urn:microsoft.com/office/officeart/2005/8/layout/hList1"/>
    <dgm:cxn modelId="{79CB1DB9-959F-4BC1-850D-174D1B961982}" type="presParOf" srcId="{84B20B0D-F309-4443-8862-BC513A24CAD2}" destId="{F5ED3360-8D37-40C9-9170-DCC92FB30C7A}" srcOrd="0" destOrd="0" presId="urn:microsoft.com/office/officeart/2005/8/layout/hList1"/>
    <dgm:cxn modelId="{20DC956E-FBA8-4644-8E09-A120EADEB3F5}" type="presParOf" srcId="{F5ED3360-8D37-40C9-9170-DCC92FB30C7A}" destId="{336578EE-C37F-44D5-8DDF-B6DB9667CD03}" srcOrd="0" destOrd="0" presId="urn:microsoft.com/office/officeart/2005/8/layout/hList1"/>
    <dgm:cxn modelId="{7E73A5C5-BC8E-41A2-890E-6C18C886F447}" type="presParOf" srcId="{F5ED3360-8D37-40C9-9170-DCC92FB30C7A}" destId="{E538E143-F654-4B70-8366-7C7D19E13728}" srcOrd="1" destOrd="0" presId="urn:microsoft.com/office/officeart/2005/8/layout/hList1"/>
    <dgm:cxn modelId="{963D9213-513A-4958-A8E8-93E4F022BF73}" type="presParOf" srcId="{84B20B0D-F309-4443-8862-BC513A24CAD2}" destId="{C88EC6ED-5494-4129-8540-C735934DCEA7}" srcOrd="1" destOrd="0" presId="urn:microsoft.com/office/officeart/2005/8/layout/hList1"/>
    <dgm:cxn modelId="{C2267A72-DE3F-4AEA-BDF3-90CCA94D002A}" type="presParOf" srcId="{84B20B0D-F309-4443-8862-BC513A24CAD2}" destId="{EA53DEBD-4DA9-4A2D-9905-240038248001}" srcOrd="2" destOrd="0" presId="urn:microsoft.com/office/officeart/2005/8/layout/hList1"/>
    <dgm:cxn modelId="{3617976F-0F23-4F9F-B64A-840FB9880966}" type="presParOf" srcId="{EA53DEBD-4DA9-4A2D-9905-240038248001}" destId="{42C45B09-2B89-4A1B-95D6-51B679BCAE84}" srcOrd="0" destOrd="0" presId="urn:microsoft.com/office/officeart/2005/8/layout/hList1"/>
    <dgm:cxn modelId="{34176F1A-521C-46CC-9E1D-02CDAE9351B3}" type="presParOf" srcId="{EA53DEBD-4DA9-4A2D-9905-240038248001}" destId="{F6FB1DCE-11E2-415D-9EA9-D1EB8739038D}" srcOrd="1" destOrd="0" presId="urn:microsoft.com/office/officeart/2005/8/layout/hList1"/>
    <dgm:cxn modelId="{D8241B87-B6B6-482D-B520-C3BB76C0EE91}" type="presParOf" srcId="{84B20B0D-F309-4443-8862-BC513A24CAD2}" destId="{944898DD-86D9-42F7-9E4A-3697B97400D5}" srcOrd="3" destOrd="0" presId="urn:microsoft.com/office/officeart/2005/8/layout/hList1"/>
    <dgm:cxn modelId="{9B6BD04C-15FE-41A0-8683-FB70B8319B8B}" type="presParOf" srcId="{84B20B0D-F309-4443-8862-BC513A24CAD2}" destId="{083D06C1-01E3-4514-927A-A2EEC4B1CF07}" srcOrd="4" destOrd="0" presId="urn:microsoft.com/office/officeart/2005/8/layout/hList1"/>
    <dgm:cxn modelId="{EB6D2C8C-69E8-48DA-80C7-F1AC84E7F2C5}" type="presParOf" srcId="{083D06C1-01E3-4514-927A-A2EEC4B1CF07}" destId="{1A4973ED-1C37-466D-BFDF-3A8882580E11}" srcOrd="0" destOrd="0" presId="urn:microsoft.com/office/officeart/2005/8/layout/hList1"/>
    <dgm:cxn modelId="{2AEF4B45-D5B9-447B-A9A5-0067AF5377FD}" type="presParOf" srcId="{083D06C1-01E3-4514-927A-A2EEC4B1CF07}" destId="{12A0D366-5F23-43DB-8E19-EB301290823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5670B11-A67A-420B-B916-629249A5AC36}" type="doc">
      <dgm:prSet loTypeId="urn:microsoft.com/office/officeart/2016/7/layout/VerticalSolidAction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09CAFE3-7E36-4DF3-B554-62C50E7ED6A3}">
      <dgm:prSet/>
      <dgm:spPr/>
      <dgm:t>
        <a:bodyPr/>
        <a:lstStyle/>
        <a:p>
          <a:r>
            <a:rPr lang="en-US"/>
            <a:t>Rotate</a:t>
          </a:r>
        </a:p>
      </dgm:t>
    </dgm:pt>
    <dgm:pt modelId="{16B668AC-60F9-4D31-8024-35328ED925A5}" type="parTrans" cxnId="{C7B47A1A-3C87-47BB-848A-222596B713C6}">
      <dgm:prSet/>
      <dgm:spPr/>
      <dgm:t>
        <a:bodyPr/>
        <a:lstStyle/>
        <a:p>
          <a:endParaRPr lang="en-US"/>
        </a:p>
      </dgm:t>
    </dgm:pt>
    <dgm:pt modelId="{43476895-37B5-4145-A7CA-C5823C79EBE4}" type="sibTrans" cxnId="{C7B47A1A-3C87-47BB-848A-222596B713C6}">
      <dgm:prSet/>
      <dgm:spPr/>
      <dgm:t>
        <a:bodyPr/>
        <a:lstStyle/>
        <a:p>
          <a:endParaRPr lang="en-US"/>
        </a:p>
      </dgm:t>
    </dgm:pt>
    <dgm:pt modelId="{85BD8C48-66D8-4E65-9D99-D2BF42D2D830}">
      <dgm:prSet/>
      <dgm:spPr/>
      <dgm:t>
        <a:bodyPr/>
        <a:lstStyle/>
        <a:p>
          <a:r>
            <a:rPr lang="en-US"/>
            <a:t>Rotate weekly for small teams, large teams can rotate more often</a:t>
          </a:r>
        </a:p>
      </dgm:t>
    </dgm:pt>
    <dgm:pt modelId="{E72AA90D-6CFA-41FA-9399-CAC2B4756796}" type="parTrans" cxnId="{96CB0A18-0E0A-42DC-A2C6-6C859112CCBD}">
      <dgm:prSet/>
      <dgm:spPr/>
      <dgm:t>
        <a:bodyPr/>
        <a:lstStyle/>
        <a:p>
          <a:endParaRPr lang="en-US"/>
        </a:p>
      </dgm:t>
    </dgm:pt>
    <dgm:pt modelId="{69DD8527-15FB-4AD9-AB33-57B1E4B8F8AF}" type="sibTrans" cxnId="{96CB0A18-0E0A-42DC-A2C6-6C859112CCBD}">
      <dgm:prSet/>
      <dgm:spPr/>
      <dgm:t>
        <a:bodyPr/>
        <a:lstStyle/>
        <a:p>
          <a:endParaRPr lang="en-US"/>
        </a:p>
      </dgm:t>
    </dgm:pt>
    <dgm:pt modelId="{673AB164-8190-48D6-917D-C82801383A1E}">
      <dgm:prSet/>
      <dgm:spPr/>
      <dgm:t>
        <a:bodyPr/>
        <a:lstStyle/>
        <a:p>
          <a:r>
            <a:rPr lang="en-US"/>
            <a:t>Have</a:t>
          </a:r>
        </a:p>
      </dgm:t>
    </dgm:pt>
    <dgm:pt modelId="{623EB98E-0D7E-4A39-8A1A-4028DFF7F35A}" type="parTrans" cxnId="{461522D3-3BF8-4898-9BC2-5F2520B78E19}">
      <dgm:prSet/>
      <dgm:spPr/>
      <dgm:t>
        <a:bodyPr/>
        <a:lstStyle/>
        <a:p>
          <a:endParaRPr lang="en-US"/>
        </a:p>
      </dgm:t>
    </dgm:pt>
    <dgm:pt modelId="{8B88E28D-916F-421A-93F9-519201E7FE77}" type="sibTrans" cxnId="{461522D3-3BF8-4898-9BC2-5F2520B78E19}">
      <dgm:prSet/>
      <dgm:spPr/>
      <dgm:t>
        <a:bodyPr/>
        <a:lstStyle/>
        <a:p>
          <a:endParaRPr lang="en-US"/>
        </a:p>
      </dgm:t>
    </dgm:pt>
    <dgm:pt modelId="{989A7BD3-42D8-40D3-95A9-8A118251616D}">
      <dgm:prSet/>
      <dgm:spPr/>
      <dgm:t>
        <a:bodyPr/>
        <a:lstStyle/>
        <a:p>
          <a:r>
            <a:rPr lang="en-US"/>
            <a:t>Have Primary and back up responders</a:t>
          </a:r>
        </a:p>
      </dgm:t>
    </dgm:pt>
    <dgm:pt modelId="{4F13FD4C-8433-429F-9BF9-000D20CCFB2A}" type="parTrans" cxnId="{0AD8E32B-18DA-49CA-B950-AB178DD60E3B}">
      <dgm:prSet/>
      <dgm:spPr/>
      <dgm:t>
        <a:bodyPr/>
        <a:lstStyle/>
        <a:p>
          <a:endParaRPr lang="en-US"/>
        </a:p>
      </dgm:t>
    </dgm:pt>
    <dgm:pt modelId="{BA7F3331-CD33-4DC0-AB33-6533A3693FC0}" type="sibTrans" cxnId="{0AD8E32B-18DA-49CA-B950-AB178DD60E3B}">
      <dgm:prSet/>
      <dgm:spPr/>
      <dgm:t>
        <a:bodyPr/>
        <a:lstStyle/>
        <a:p>
          <a:endParaRPr lang="en-US"/>
        </a:p>
      </dgm:t>
    </dgm:pt>
    <dgm:pt modelId="{3DDE003D-9C8A-4EF4-8D6A-3896EA5DC656}">
      <dgm:prSet/>
      <dgm:spPr/>
      <dgm:t>
        <a:bodyPr/>
        <a:lstStyle/>
        <a:p>
          <a:r>
            <a:rPr lang="en-US"/>
            <a:t>In the case the primary contact is unable to log in within a certain amount of time</a:t>
          </a:r>
        </a:p>
      </dgm:t>
    </dgm:pt>
    <dgm:pt modelId="{7C9DAA3E-5487-400B-87DE-4D913A1AA677}" type="parTrans" cxnId="{31BB3942-3600-4AFE-9719-D9485725F7BD}">
      <dgm:prSet/>
      <dgm:spPr/>
      <dgm:t>
        <a:bodyPr/>
        <a:lstStyle/>
        <a:p>
          <a:endParaRPr lang="en-US"/>
        </a:p>
      </dgm:t>
    </dgm:pt>
    <dgm:pt modelId="{C736C9E4-0F92-4BA3-BCBF-081F9D6DD6C5}" type="sibTrans" cxnId="{31BB3942-3600-4AFE-9719-D9485725F7BD}">
      <dgm:prSet/>
      <dgm:spPr/>
      <dgm:t>
        <a:bodyPr/>
        <a:lstStyle/>
        <a:p>
          <a:endParaRPr lang="en-US"/>
        </a:p>
      </dgm:t>
    </dgm:pt>
    <dgm:pt modelId="{8C10FE76-36DC-4CBF-8E99-48BACAD1C425}">
      <dgm:prSet/>
      <dgm:spPr/>
      <dgm:t>
        <a:bodyPr/>
        <a:lstStyle/>
        <a:p>
          <a:r>
            <a:rPr lang="en-US"/>
            <a:t>Don’t schedule</a:t>
          </a:r>
        </a:p>
      </dgm:t>
    </dgm:pt>
    <dgm:pt modelId="{A59C96A3-D708-4EA7-8B99-8CC6021A4B00}" type="parTrans" cxnId="{B7E27BD2-5DAC-4EF0-ADF2-FF05AC10ECB2}">
      <dgm:prSet/>
      <dgm:spPr/>
      <dgm:t>
        <a:bodyPr/>
        <a:lstStyle/>
        <a:p>
          <a:endParaRPr lang="en-US"/>
        </a:p>
      </dgm:t>
    </dgm:pt>
    <dgm:pt modelId="{7B936D2A-B028-4561-8505-6E01499B763B}" type="sibTrans" cxnId="{B7E27BD2-5DAC-4EF0-ADF2-FF05AC10ECB2}">
      <dgm:prSet/>
      <dgm:spPr/>
      <dgm:t>
        <a:bodyPr/>
        <a:lstStyle/>
        <a:p>
          <a:endParaRPr lang="en-US"/>
        </a:p>
      </dgm:t>
    </dgm:pt>
    <dgm:pt modelId="{F33A4E03-969D-4631-B908-779ECFE6A2CD}">
      <dgm:prSet/>
      <dgm:spPr/>
      <dgm:t>
        <a:bodyPr/>
        <a:lstStyle/>
        <a:p>
          <a:r>
            <a:rPr lang="en-US"/>
            <a:t>If a global company, don’t schedule developers to be on call at night for them</a:t>
          </a:r>
        </a:p>
      </dgm:t>
    </dgm:pt>
    <dgm:pt modelId="{18640278-6DD2-43F0-B3AF-3BFB517C2208}" type="parTrans" cxnId="{7EAA74B7-7791-47B9-8CDC-58A90674FF0C}">
      <dgm:prSet/>
      <dgm:spPr/>
      <dgm:t>
        <a:bodyPr/>
        <a:lstStyle/>
        <a:p>
          <a:endParaRPr lang="en-US"/>
        </a:p>
      </dgm:t>
    </dgm:pt>
    <dgm:pt modelId="{350456DB-E006-4614-AEE8-DBEDDC0DAE88}" type="sibTrans" cxnId="{7EAA74B7-7791-47B9-8CDC-58A90674FF0C}">
      <dgm:prSet/>
      <dgm:spPr/>
      <dgm:t>
        <a:bodyPr/>
        <a:lstStyle/>
        <a:p>
          <a:endParaRPr lang="en-US"/>
        </a:p>
      </dgm:t>
    </dgm:pt>
    <dgm:pt modelId="{AB43D30F-BE76-496C-9689-0029D1A8F706}" type="pres">
      <dgm:prSet presAssocID="{F5670B11-A67A-420B-B916-629249A5AC36}" presName="Name0" presStyleCnt="0">
        <dgm:presLayoutVars>
          <dgm:dir/>
          <dgm:animLvl val="lvl"/>
          <dgm:resizeHandles val="exact"/>
        </dgm:presLayoutVars>
      </dgm:prSet>
      <dgm:spPr/>
    </dgm:pt>
    <dgm:pt modelId="{11C43175-B5EC-4387-8B31-FD55D28DD27A}" type="pres">
      <dgm:prSet presAssocID="{A09CAFE3-7E36-4DF3-B554-62C50E7ED6A3}" presName="linNode" presStyleCnt="0"/>
      <dgm:spPr/>
    </dgm:pt>
    <dgm:pt modelId="{567647BB-25DF-4065-8992-E7776BE29096}" type="pres">
      <dgm:prSet presAssocID="{A09CAFE3-7E36-4DF3-B554-62C50E7ED6A3}" presName="parentText" presStyleLbl="alignNode1" presStyleIdx="0" presStyleCnt="3">
        <dgm:presLayoutVars>
          <dgm:chMax val="1"/>
          <dgm:bulletEnabled/>
        </dgm:presLayoutVars>
      </dgm:prSet>
      <dgm:spPr/>
    </dgm:pt>
    <dgm:pt modelId="{C1328B0D-BF5F-4B92-9F48-4B2FEA0CC2B6}" type="pres">
      <dgm:prSet presAssocID="{A09CAFE3-7E36-4DF3-B554-62C50E7ED6A3}" presName="descendantText" presStyleLbl="alignAccFollowNode1" presStyleIdx="0" presStyleCnt="3">
        <dgm:presLayoutVars>
          <dgm:bulletEnabled/>
        </dgm:presLayoutVars>
      </dgm:prSet>
      <dgm:spPr/>
    </dgm:pt>
    <dgm:pt modelId="{3F37FAC1-FB41-4281-9F0C-A4C69711716A}" type="pres">
      <dgm:prSet presAssocID="{43476895-37B5-4145-A7CA-C5823C79EBE4}" presName="sp" presStyleCnt="0"/>
      <dgm:spPr/>
    </dgm:pt>
    <dgm:pt modelId="{47CDDF7B-AE4F-4B51-9431-F4395860870D}" type="pres">
      <dgm:prSet presAssocID="{673AB164-8190-48D6-917D-C82801383A1E}" presName="linNode" presStyleCnt="0"/>
      <dgm:spPr/>
    </dgm:pt>
    <dgm:pt modelId="{0FB55BD5-D97D-4691-8189-A80F4E677B0F}" type="pres">
      <dgm:prSet presAssocID="{673AB164-8190-48D6-917D-C82801383A1E}" presName="parentText" presStyleLbl="alignNode1" presStyleIdx="1" presStyleCnt="3">
        <dgm:presLayoutVars>
          <dgm:chMax val="1"/>
          <dgm:bulletEnabled/>
        </dgm:presLayoutVars>
      </dgm:prSet>
      <dgm:spPr/>
    </dgm:pt>
    <dgm:pt modelId="{B3A9086C-57BD-4167-A9A7-636F62EE915F}" type="pres">
      <dgm:prSet presAssocID="{673AB164-8190-48D6-917D-C82801383A1E}" presName="descendantText" presStyleLbl="alignAccFollowNode1" presStyleIdx="1" presStyleCnt="3">
        <dgm:presLayoutVars>
          <dgm:bulletEnabled/>
        </dgm:presLayoutVars>
      </dgm:prSet>
      <dgm:spPr/>
    </dgm:pt>
    <dgm:pt modelId="{03BFB81A-92B5-472D-BCF5-15912CC15319}" type="pres">
      <dgm:prSet presAssocID="{8B88E28D-916F-421A-93F9-519201E7FE77}" presName="sp" presStyleCnt="0"/>
      <dgm:spPr/>
    </dgm:pt>
    <dgm:pt modelId="{F81B2706-FCA1-4717-A08D-3CE37F0F3D5D}" type="pres">
      <dgm:prSet presAssocID="{8C10FE76-36DC-4CBF-8E99-48BACAD1C425}" presName="linNode" presStyleCnt="0"/>
      <dgm:spPr/>
    </dgm:pt>
    <dgm:pt modelId="{68BC3D6C-951C-458C-B360-7A280B48F970}" type="pres">
      <dgm:prSet presAssocID="{8C10FE76-36DC-4CBF-8E99-48BACAD1C425}" presName="parentText" presStyleLbl="alignNode1" presStyleIdx="2" presStyleCnt="3">
        <dgm:presLayoutVars>
          <dgm:chMax val="1"/>
          <dgm:bulletEnabled/>
        </dgm:presLayoutVars>
      </dgm:prSet>
      <dgm:spPr/>
    </dgm:pt>
    <dgm:pt modelId="{CADE8CBB-4E34-4872-9F26-820ABC239400}" type="pres">
      <dgm:prSet presAssocID="{8C10FE76-36DC-4CBF-8E99-48BACAD1C425}" presName="descendantText" presStyleLbl="alignAccFollowNode1" presStyleIdx="2" presStyleCnt="3">
        <dgm:presLayoutVars>
          <dgm:bulletEnabled/>
        </dgm:presLayoutVars>
      </dgm:prSet>
      <dgm:spPr/>
    </dgm:pt>
  </dgm:ptLst>
  <dgm:cxnLst>
    <dgm:cxn modelId="{96CB0A18-0E0A-42DC-A2C6-6C859112CCBD}" srcId="{A09CAFE3-7E36-4DF3-B554-62C50E7ED6A3}" destId="{85BD8C48-66D8-4E65-9D99-D2BF42D2D830}" srcOrd="0" destOrd="0" parTransId="{E72AA90D-6CFA-41FA-9399-CAC2B4756796}" sibTransId="{69DD8527-15FB-4AD9-AB33-57B1E4B8F8AF}"/>
    <dgm:cxn modelId="{C7B47A1A-3C87-47BB-848A-222596B713C6}" srcId="{F5670B11-A67A-420B-B916-629249A5AC36}" destId="{A09CAFE3-7E36-4DF3-B554-62C50E7ED6A3}" srcOrd="0" destOrd="0" parTransId="{16B668AC-60F9-4D31-8024-35328ED925A5}" sibTransId="{43476895-37B5-4145-A7CA-C5823C79EBE4}"/>
    <dgm:cxn modelId="{3F94F925-85B7-4E6C-B6C2-FF1F89D08E3E}" type="presOf" srcId="{3DDE003D-9C8A-4EF4-8D6A-3896EA5DC656}" destId="{B3A9086C-57BD-4167-A9A7-636F62EE915F}" srcOrd="0" destOrd="1" presId="urn:microsoft.com/office/officeart/2016/7/layout/VerticalSolidActionList"/>
    <dgm:cxn modelId="{866CFE26-3506-4282-B7B9-F987D0CAFE6C}" type="presOf" srcId="{8C10FE76-36DC-4CBF-8E99-48BACAD1C425}" destId="{68BC3D6C-951C-458C-B360-7A280B48F970}" srcOrd="0" destOrd="0" presId="urn:microsoft.com/office/officeart/2016/7/layout/VerticalSolidActionList"/>
    <dgm:cxn modelId="{0AD8E32B-18DA-49CA-B950-AB178DD60E3B}" srcId="{673AB164-8190-48D6-917D-C82801383A1E}" destId="{989A7BD3-42D8-40D3-95A9-8A118251616D}" srcOrd="0" destOrd="0" parTransId="{4F13FD4C-8433-429F-9BF9-000D20CCFB2A}" sibTransId="{BA7F3331-CD33-4DC0-AB33-6533A3693FC0}"/>
    <dgm:cxn modelId="{31BB3942-3600-4AFE-9719-D9485725F7BD}" srcId="{989A7BD3-42D8-40D3-95A9-8A118251616D}" destId="{3DDE003D-9C8A-4EF4-8D6A-3896EA5DC656}" srcOrd="0" destOrd="0" parTransId="{7C9DAA3E-5487-400B-87DE-4D913A1AA677}" sibTransId="{C736C9E4-0F92-4BA3-BCBF-081F9D6DD6C5}"/>
    <dgm:cxn modelId="{AC412145-7489-420C-BA08-796021474F7A}" type="presOf" srcId="{F5670B11-A67A-420B-B916-629249A5AC36}" destId="{AB43D30F-BE76-496C-9689-0029D1A8F706}" srcOrd="0" destOrd="0" presId="urn:microsoft.com/office/officeart/2016/7/layout/VerticalSolidActionList"/>
    <dgm:cxn modelId="{E167F850-8FB9-4180-9348-A335AB34948D}" type="presOf" srcId="{F33A4E03-969D-4631-B908-779ECFE6A2CD}" destId="{CADE8CBB-4E34-4872-9F26-820ABC239400}" srcOrd="0" destOrd="0" presId="urn:microsoft.com/office/officeart/2016/7/layout/VerticalSolidActionList"/>
    <dgm:cxn modelId="{0985897B-241E-49F7-83B5-6B0639A5619E}" type="presOf" srcId="{85BD8C48-66D8-4E65-9D99-D2BF42D2D830}" destId="{C1328B0D-BF5F-4B92-9F48-4B2FEA0CC2B6}" srcOrd="0" destOrd="0" presId="urn:microsoft.com/office/officeart/2016/7/layout/VerticalSolidActionList"/>
    <dgm:cxn modelId="{7EAA74B7-7791-47B9-8CDC-58A90674FF0C}" srcId="{8C10FE76-36DC-4CBF-8E99-48BACAD1C425}" destId="{F33A4E03-969D-4631-B908-779ECFE6A2CD}" srcOrd="0" destOrd="0" parTransId="{18640278-6DD2-43F0-B3AF-3BFB517C2208}" sibTransId="{350456DB-E006-4614-AEE8-DBEDDC0DAE88}"/>
    <dgm:cxn modelId="{D5A637C9-5EF5-4D55-8B8C-63AA712CB990}" type="presOf" srcId="{673AB164-8190-48D6-917D-C82801383A1E}" destId="{0FB55BD5-D97D-4691-8189-A80F4E677B0F}" srcOrd="0" destOrd="0" presId="urn:microsoft.com/office/officeart/2016/7/layout/VerticalSolidActionList"/>
    <dgm:cxn modelId="{B7E27BD2-5DAC-4EF0-ADF2-FF05AC10ECB2}" srcId="{F5670B11-A67A-420B-B916-629249A5AC36}" destId="{8C10FE76-36DC-4CBF-8E99-48BACAD1C425}" srcOrd="2" destOrd="0" parTransId="{A59C96A3-D708-4EA7-8B99-8CC6021A4B00}" sibTransId="{7B936D2A-B028-4561-8505-6E01499B763B}"/>
    <dgm:cxn modelId="{461522D3-3BF8-4898-9BC2-5F2520B78E19}" srcId="{F5670B11-A67A-420B-B916-629249A5AC36}" destId="{673AB164-8190-48D6-917D-C82801383A1E}" srcOrd="1" destOrd="0" parTransId="{623EB98E-0D7E-4A39-8A1A-4028DFF7F35A}" sibTransId="{8B88E28D-916F-421A-93F9-519201E7FE77}"/>
    <dgm:cxn modelId="{C92670D6-D7B3-4368-B265-885C5AB6BD76}" type="presOf" srcId="{989A7BD3-42D8-40D3-95A9-8A118251616D}" destId="{B3A9086C-57BD-4167-A9A7-636F62EE915F}" srcOrd="0" destOrd="0" presId="urn:microsoft.com/office/officeart/2016/7/layout/VerticalSolidActionList"/>
    <dgm:cxn modelId="{79BF2BF7-4642-48BA-8607-97102F5FCA1E}" type="presOf" srcId="{A09CAFE3-7E36-4DF3-B554-62C50E7ED6A3}" destId="{567647BB-25DF-4065-8992-E7776BE29096}" srcOrd="0" destOrd="0" presId="urn:microsoft.com/office/officeart/2016/7/layout/VerticalSolidActionList"/>
    <dgm:cxn modelId="{69C7945D-54EA-4132-95B2-F9FCE9C77425}" type="presParOf" srcId="{AB43D30F-BE76-496C-9689-0029D1A8F706}" destId="{11C43175-B5EC-4387-8B31-FD55D28DD27A}" srcOrd="0" destOrd="0" presId="urn:microsoft.com/office/officeart/2016/7/layout/VerticalSolidActionList"/>
    <dgm:cxn modelId="{81826F5F-B037-433F-A61A-95185B282F4E}" type="presParOf" srcId="{11C43175-B5EC-4387-8B31-FD55D28DD27A}" destId="{567647BB-25DF-4065-8992-E7776BE29096}" srcOrd="0" destOrd="0" presId="urn:microsoft.com/office/officeart/2016/7/layout/VerticalSolidActionList"/>
    <dgm:cxn modelId="{95920C7C-CC2E-45A8-81A1-99CC680C8EF3}" type="presParOf" srcId="{11C43175-B5EC-4387-8B31-FD55D28DD27A}" destId="{C1328B0D-BF5F-4B92-9F48-4B2FEA0CC2B6}" srcOrd="1" destOrd="0" presId="urn:microsoft.com/office/officeart/2016/7/layout/VerticalSolidActionList"/>
    <dgm:cxn modelId="{2A663DE9-FBCA-477D-9BFF-7C83A9EC7754}" type="presParOf" srcId="{AB43D30F-BE76-496C-9689-0029D1A8F706}" destId="{3F37FAC1-FB41-4281-9F0C-A4C69711716A}" srcOrd="1" destOrd="0" presId="urn:microsoft.com/office/officeart/2016/7/layout/VerticalSolidActionList"/>
    <dgm:cxn modelId="{DD6E161C-D52E-41A6-BCA3-306949E927E0}" type="presParOf" srcId="{AB43D30F-BE76-496C-9689-0029D1A8F706}" destId="{47CDDF7B-AE4F-4B51-9431-F4395860870D}" srcOrd="2" destOrd="0" presId="urn:microsoft.com/office/officeart/2016/7/layout/VerticalSolidActionList"/>
    <dgm:cxn modelId="{AC257FE9-E004-468F-889B-2E1E1E176C88}" type="presParOf" srcId="{47CDDF7B-AE4F-4B51-9431-F4395860870D}" destId="{0FB55BD5-D97D-4691-8189-A80F4E677B0F}" srcOrd="0" destOrd="0" presId="urn:microsoft.com/office/officeart/2016/7/layout/VerticalSolidActionList"/>
    <dgm:cxn modelId="{AE387DA3-5FE3-47FE-B8B4-3CB1F085DDE7}" type="presParOf" srcId="{47CDDF7B-AE4F-4B51-9431-F4395860870D}" destId="{B3A9086C-57BD-4167-A9A7-636F62EE915F}" srcOrd="1" destOrd="0" presId="urn:microsoft.com/office/officeart/2016/7/layout/VerticalSolidActionList"/>
    <dgm:cxn modelId="{608707ED-8BB3-4F3C-B648-A6AFA06D0F49}" type="presParOf" srcId="{AB43D30F-BE76-496C-9689-0029D1A8F706}" destId="{03BFB81A-92B5-472D-BCF5-15912CC15319}" srcOrd="3" destOrd="0" presId="urn:microsoft.com/office/officeart/2016/7/layout/VerticalSolidActionList"/>
    <dgm:cxn modelId="{60706362-5982-4B7F-A7C8-67D6695F920E}" type="presParOf" srcId="{AB43D30F-BE76-496C-9689-0029D1A8F706}" destId="{F81B2706-FCA1-4717-A08D-3CE37F0F3D5D}" srcOrd="4" destOrd="0" presId="urn:microsoft.com/office/officeart/2016/7/layout/VerticalSolidActionList"/>
    <dgm:cxn modelId="{AF01011A-C0F7-4146-BECF-375D95D22A41}" type="presParOf" srcId="{F81B2706-FCA1-4717-A08D-3CE37F0F3D5D}" destId="{68BC3D6C-951C-458C-B360-7A280B48F970}" srcOrd="0" destOrd="0" presId="urn:microsoft.com/office/officeart/2016/7/layout/VerticalSolidActionList"/>
    <dgm:cxn modelId="{4ED414A9-BBE6-4940-BDE7-3193ED73C463}" type="presParOf" srcId="{F81B2706-FCA1-4717-A08D-3CE37F0F3D5D}" destId="{CADE8CBB-4E34-4872-9F26-820ABC239400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50AC479-E479-4283-A8CB-968ACC17DD2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23D1792-797D-4590-91F9-2C6A32C44699}">
      <dgm:prSet/>
      <dgm:spPr/>
      <dgm:t>
        <a:bodyPr/>
        <a:lstStyle/>
        <a:p>
          <a:r>
            <a:rPr lang="en-US"/>
            <a:t>Don’t alert on things that can’t be acted on immediately</a:t>
          </a:r>
        </a:p>
      </dgm:t>
    </dgm:pt>
    <dgm:pt modelId="{D45B4CB1-7E1A-4EE5-9FA3-42011B19CF1B}" type="parTrans" cxnId="{6F2E3D83-6099-4904-9453-1BD5D4C9B502}">
      <dgm:prSet/>
      <dgm:spPr/>
      <dgm:t>
        <a:bodyPr/>
        <a:lstStyle/>
        <a:p>
          <a:endParaRPr lang="en-US"/>
        </a:p>
      </dgm:t>
    </dgm:pt>
    <dgm:pt modelId="{1146EECA-9756-4036-BEA2-423CCCE9F9BC}" type="sibTrans" cxnId="{6F2E3D83-6099-4904-9453-1BD5D4C9B502}">
      <dgm:prSet/>
      <dgm:spPr/>
      <dgm:t>
        <a:bodyPr/>
        <a:lstStyle/>
        <a:p>
          <a:endParaRPr lang="en-US"/>
        </a:p>
      </dgm:t>
    </dgm:pt>
    <dgm:pt modelId="{04E4106F-B355-4F22-B38A-F0D074B72732}">
      <dgm:prSet/>
      <dgm:spPr/>
      <dgm:t>
        <a:bodyPr/>
        <a:lstStyle/>
        <a:p>
          <a:r>
            <a:rPr lang="en-US"/>
            <a:t>Automate as much of the Alerting as possible</a:t>
          </a:r>
        </a:p>
      </dgm:t>
    </dgm:pt>
    <dgm:pt modelId="{02AF27C8-497B-4C24-8A04-62E63FB7A00D}" type="parTrans" cxnId="{D75E29BC-ED7C-470B-86A2-E6854FCEFD0F}">
      <dgm:prSet/>
      <dgm:spPr/>
      <dgm:t>
        <a:bodyPr/>
        <a:lstStyle/>
        <a:p>
          <a:endParaRPr lang="en-US"/>
        </a:p>
      </dgm:t>
    </dgm:pt>
    <dgm:pt modelId="{207F812C-8960-427D-9399-A9C2CB032625}" type="sibTrans" cxnId="{D75E29BC-ED7C-470B-86A2-E6854FCEFD0F}">
      <dgm:prSet/>
      <dgm:spPr/>
      <dgm:t>
        <a:bodyPr/>
        <a:lstStyle/>
        <a:p>
          <a:endParaRPr lang="en-US"/>
        </a:p>
      </dgm:t>
    </dgm:pt>
    <dgm:pt modelId="{0B859ED6-FB45-4933-B78B-136104C23F20}">
      <dgm:prSet/>
      <dgm:spPr/>
      <dgm:t>
        <a:bodyPr/>
        <a:lstStyle/>
        <a:p>
          <a:r>
            <a:rPr lang="en-US"/>
            <a:t>Maintain How-To’s and answers to common issues</a:t>
          </a:r>
        </a:p>
      </dgm:t>
    </dgm:pt>
    <dgm:pt modelId="{63800FEC-CEDC-4930-A1EF-98B9E9F910B1}" type="parTrans" cxnId="{7C22028C-7D39-4BEA-A279-2BC6033CDABF}">
      <dgm:prSet/>
      <dgm:spPr/>
      <dgm:t>
        <a:bodyPr/>
        <a:lstStyle/>
        <a:p>
          <a:endParaRPr lang="en-US"/>
        </a:p>
      </dgm:t>
    </dgm:pt>
    <dgm:pt modelId="{17C2D957-F424-414E-8269-9C49BE528E63}" type="sibTrans" cxnId="{7C22028C-7D39-4BEA-A279-2BC6033CDABF}">
      <dgm:prSet/>
      <dgm:spPr/>
      <dgm:t>
        <a:bodyPr/>
        <a:lstStyle/>
        <a:p>
          <a:endParaRPr lang="en-US"/>
        </a:p>
      </dgm:t>
    </dgm:pt>
    <dgm:pt modelId="{5E2DBD98-DC24-4F7D-BF6B-B33F1FDB3C5E}">
      <dgm:prSet/>
      <dgm:spPr/>
      <dgm:t>
        <a:bodyPr/>
        <a:lstStyle/>
        <a:p>
          <a:r>
            <a:rPr lang="en-US"/>
            <a:t>This helps provide an easy check list</a:t>
          </a:r>
        </a:p>
      </dgm:t>
    </dgm:pt>
    <dgm:pt modelId="{AB01AE85-7577-492A-9368-294238B212E8}" type="parTrans" cxnId="{D9AEB59A-661F-4744-A30D-6B180B22E34E}">
      <dgm:prSet/>
      <dgm:spPr/>
      <dgm:t>
        <a:bodyPr/>
        <a:lstStyle/>
        <a:p>
          <a:endParaRPr lang="en-US"/>
        </a:p>
      </dgm:t>
    </dgm:pt>
    <dgm:pt modelId="{8E27F912-8807-4EE7-B200-AE13BA01E63D}" type="sibTrans" cxnId="{D9AEB59A-661F-4744-A30D-6B180B22E34E}">
      <dgm:prSet/>
      <dgm:spPr/>
      <dgm:t>
        <a:bodyPr/>
        <a:lstStyle/>
        <a:p>
          <a:endParaRPr lang="en-US"/>
        </a:p>
      </dgm:t>
    </dgm:pt>
    <dgm:pt modelId="{1C192FAB-AC02-498E-AC80-65905794742E}">
      <dgm:prSet/>
      <dgm:spPr/>
      <dgm:t>
        <a:bodyPr/>
        <a:lstStyle/>
        <a:p>
          <a:r>
            <a:rPr lang="en-US"/>
            <a:t>This also helps with automation of fixes in the future</a:t>
          </a:r>
        </a:p>
      </dgm:t>
    </dgm:pt>
    <dgm:pt modelId="{752793A7-6330-428B-B1B4-AA1774CE69D1}" type="parTrans" cxnId="{6660F375-F141-47F6-B909-EDC4175E534D}">
      <dgm:prSet/>
      <dgm:spPr/>
      <dgm:t>
        <a:bodyPr/>
        <a:lstStyle/>
        <a:p>
          <a:endParaRPr lang="en-US"/>
        </a:p>
      </dgm:t>
    </dgm:pt>
    <dgm:pt modelId="{94D3536C-BF09-4FE0-9131-FEDD287DF307}" type="sibTrans" cxnId="{6660F375-F141-47F6-B909-EDC4175E534D}">
      <dgm:prSet/>
      <dgm:spPr/>
      <dgm:t>
        <a:bodyPr/>
        <a:lstStyle/>
        <a:p>
          <a:endParaRPr lang="en-US"/>
        </a:p>
      </dgm:t>
    </dgm:pt>
    <dgm:pt modelId="{AD978E51-2C17-437D-A653-801424CD6B10}" type="pres">
      <dgm:prSet presAssocID="{C50AC479-E479-4283-A8CB-968ACC17DD20}" presName="root" presStyleCnt="0">
        <dgm:presLayoutVars>
          <dgm:dir/>
          <dgm:resizeHandles val="exact"/>
        </dgm:presLayoutVars>
      </dgm:prSet>
      <dgm:spPr/>
    </dgm:pt>
    <dgm:pt modelId="{15AD4436-7F71-4D1A-8475-B7A9C2537668}" type="pres">
      <dgm:prSet presAssocID="{523D1792-797D-4590-91F9-2C6A32C44699}" presName="compNode" presStyleCnt="0"/>
      <dgm:spPr/>
    </dgm:pt>
    <dgm:pt modelId="{08AFCC07-733A-4FBE-9B5B-06A8265C59D8}" type="pres">
      <dgm:prSet presAssocID="{523D1792-797D-4590-91F9-2C6A32C44699}" presName="bgRect" presStyleLbl="bgShp" presStyleIdx="0" presStyleCnt="3"/>
      <dgm:spPr/>
    </dgm:pt>
    <dgm:pt modelId="{FA643656-EC68-4D4D-A6CB-98A57477CFCC}" type="pres">
      <dgm:prSet presAssocID="{523D1792-797D-4590-91F9-2C6A32C44699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EDF5757B-5EAA-4679-9662-340C9947479F}" type="pres">
      <dgm:prSet presAssocID="{523D1792-797D-4590-91F9-2C6A32C44699}" presName="spaceRect" presStyleCnt="0"/>
      <dgm:spPr/>
    </dgm:pt>
    <dgm:pt modelId="{D9109CF5-6592-478E-8C93-03D6D8213141}" type="pres">
      <dgm:prSet presAssocID="{523D1792-797D-4590-91F9-2C6A32C44699}" presName="parTx" presStyleLbl="revTx" presStyleIdx="0" presStyleCnt="4">
        <dgm:presLayoutVars>
          <dgm:chMax val="0"/>
          <dgm:chPref val="0"/>
        </dgm:presLayoutVars>
      </dgm:prSet>
      <dgm:spPr/>
    </dgm:pt>
    <dgm:pt modelId="{53F89151-2EE9-47F5-96D8-96BCC79D1EDB}" type="pres">
      <dgm:prSet presAssocID="{1146EECA-9756-4036-BEA2-423CCCE9F9BC}" presName="sibTrans" presStyleCnt="0"/>
      <dgm:spPr/>
    </dgm:pt>
    <dgm:pt modelId="{3A083C2F-AC45-4CFB-A0CF-616A85991ABE}" type="pres">
      <dgm:prSet presAssocID="{04E4106F-B355-4F22-B38A-F0D074B72732}" presName="compNode" presStyleCnt="0"/>
      <dgm:spPr/>
    </dgm:pt>
    <dgm:pt modelId="{F31B9361-4FDA-44B7-8820-87FAC7D1C1A8}" type="pres">
      <dgm:prSet presAssocID="{04E4106F-B355-4F22-B38A-F0D074B72732}" presName="bgRect" presStyleLbl="bgShp" presStyleIdx="1" presStyleCnt="3"/>
      <dgm:spPr/>
    </dgm:pt>
    <dgm:pt modelId="{8844AFA2-CDAC-455F-AB4F-D60222CA760E}" type="pres">
      <dgm:prSet presAssocID="{04E4106F-B355-4F22-B38A-F0D074B7273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ll"/>
        </a:ext>
      </dgm:extLst>
    </dgm:pt>
    <dgm:pt modelId="{EB3CE53E-0AEB-4382-AA6E-9F4B8DB9C5C8}" type="pres">
      <dgm:prSet presAssocID="{04E4106F-B355-4F22-B38A-F0D074B72732}" presName="spaceRect" presStyleCnt="0"/>
      <dgm:spPr/>
    </dgm:pt>
    <dgm:pt modelId="{541B1073-BED3-4FF6-A7A2-14B60C6FA6C0}" type="pres">
      <dgm:prSet presAssocID="{04E4106F-B355-4F22-B38A-F0D074B72732}" presName="parTx" presStyleLbl="revTx" presStyleIdx="1" presStyleCnt="4">
        <dgm:presLayoutVars>
          <dgm:chMax val="0"/>
          <dgm:chPref val="0"/>
        </dgm:presLayoutVars>
      </dgm:prSet>
      <dgm:spPr/>
    </dgm:pt>
    <dgm:pt modelId="{428B4DD2-0F18-48B4-A97F-D1682B2E7FCB}" type="pres">
      <dgm:prSet presAssocID="{207F812C-8960-427D-9399-A9C2CB032625}" presName="sibTrans" presStyleCnt="0"/>
      <dgm:spPr/>
    </dgm:pt>
    <dgm:pt modelId="{C3482682-C199-413D-B9EC-87A8826B0369}" type="pres">
      <dgm:prSet presAssocID="{0B859ED6-FB45-4933-B78B-136104C23F20}" presName="compNode" presStyleCnt="0"/>
      <dgm:spPr/>
    </dgm:pt>
    <dgm:pt modelId="{CF1919F8-D1E6-4548-85C7-55577D01CC62}" type="pres">
      <dgm:prSet presAssocID="{0B859ED6-FB45-4933-B78B-136104C23F20}" presName="bgRect" presStyleLbl="bgShp" presStyleIdx="2" presStyleCnt="3"/>
      <dgm:spPr/>
    </dgm:pt>
    <dgm:pt modelId="{0532943C-F376-4EF9-95D6-8A8019DF8ADF}" type="pres">
      <dgm:prSet presAssocID="{0B859ED6-FB45-4933-B78B-136104C23F20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2C14F765-9032-4CF5-9462-54AC43F88C6C}" type="pres">
      <dgm:prSet presAssocID="{0B859ED6-FB45-4933-B78B-136104C23F20}" presName="spaceRect" presStyleCnt="0"/>
      <dgm:spPr/>
    </dgm:pt>
    <dgm:pt modelId="{2255893D-2D83-492E-8894-1FE886543FA2}" type="pres">
      <dgm:prSet presAssocID="{0B859ED6-FB45-4933-B78B-136104C23F20}" presName="parTx" presStyleLbl="revTx" presStyleIdx="2" presStyleCnt="4">
        <dgm:presLayoutVars>
          <dgm:chMax val="0"/>
          <dgm:chPref val="0"/>
        </dgm:presLayoutVars>
      </dgm:prSet>
      <dgm:spPr/>
    </dgm:pt>
    <dgm:pt modelId="{C3817B41-7C75-40C5-8A90-4D2F6CA6A188}" type="pres">
      <dgm:prSet presAssocID="{0B859ED6-FB45-4933-B78B-136104C23F20}" presName="desTx" presStyleLbl="revTx" presStyleIdx="3" presStyleCnt="4">
        <dgm:presLayoutVars/>
      </dgm:prSet>
      <dgm:spPr/>
    </dgm:pt>
  </dgm:ptLst>
  <dgm:cxnLst>
    <dgm:cxn modelId="{C199F505-C296-4B05-BBC9-CCD99B61D20A}" type="presOf" srcId="{5E2DBD98-DC24-4F7D-BF6B-B33F1FDB3C5E}" destId="{C3817B41-7C75-40C5-8A90-4D2F6CA6A188}" srcOrd="0" destOrd="0" presId="urn:microsoft.com/office/officeart/2018/2/layout/IconVerticalSolidList"/>
    <dgm:cxn modelId="{F51DB923-272A-4AFC-A51A-EEC70D60619E}" type="presOf" srcId="{C50AC479-E479-4283-A8CB-968ACC17DD20}" destId="{AD978E51-2C17-437D-A653-801424CD6B10}" srcOrd="0" destOrd="0" presId="urn:microsoft.com/office/officeart/2018/2/layout/IconVerticalSolidList"/>
    <dgm:cxn modelId="{2CC98D2D-4EC4-41D0-A8FF-17773BAF42C8}" type="presOf" srcId="{1C192FAB-AC02-498E-AC80-65905794742E}" destId="{C3817B41-7C75-40C5-8A90-4D2F6CA6A188}" srcOrd="0" destOrd="1" presId="urn:microsoft.com/office/officeart/2018/2/layout/IconVerticalSolidList"/>
    <dgm:cxn modelId="{6F0C7B70-2DCA-4AB7-9B33-742251988C25}" type="presOf" srcId="{04E4106F-B355-4F22-B38A-F0D074B72732}" destId="{541B1073-BED3-4FF6-A7A2-14B60C6FA6C0}" srcOrd="0" destOrd="0" presId="urn:microsoft.com/office/officeart/2018/2/layout/IconVerticalSolidList"/>
    <dgm:cxn modelId="{6660F375-F141-47F6-B909-EDC4175E534D}" srcId="{0B859ED6-FB45-4933-B78B-136104C23F20}" destId="{1C192FAB-AC02-498E-AC80-65905794742E}" srcOrd="1" destOrd="0" parTransId="{752793A7-6330-428B-B1B4-AA1774CE69D1}" sibTransId="{94D3536C-BF09-4FE0-9131-FEDD287DF307}"/>
    <dgm:cxn modelId="{AF3EE380-1D3B-4F51-850E-EAE6656C6655}" type="presOf" srcId="{0B859ED6-FB45-4933-B78B-136104C23F20}" destId="{2255893D-2D83-492E-8894-1FE886543FA2}" srcOrd="0" destOrd="0" presId="urn:microsoft.com/office/officeart/2018/2/layout/IconVerticalSolidList"/>
    <dgm:cxn modelId="{6F2E3D83-6099-4904-9453-1BD5D4C9B502}" srcId="{C50AC479-E479-4283-A8CB-968ACC17DD20}" destId="{523D1792-797D-4590-91F9-2C6A32C44699}" srcOrd="0" destOrd="0" parTransId="{D45B4CB1-7E1A-4EE5-9FA3-42011B19CF1B}" sibTransId="{1146EECA-9756-4036-BEA2-423CCCE9F9BC}"/>
    <dgm:cxn modelId="{7C22028C-7D39-4BEA-A279-2BC6033CDABF}" srcId="{C50AC479-E479-4283-A8CB-968ACC17DD20}" destId="{0B859ED6-FB45-4933-B78B-136104C23F20}" srcOrd="2" destOrd="0" parTransId="{63800FEC-CEDC-4930-A1EF-98B9E9F910B1}" sibTransId="{17C2D957-F424-414E-8269-9C49BE528E63}"/>
    <dgm:cxn modelId="{D9AEB59A-661F-4744-A30D-6B180B22E34E}" srcId="{0B859ED6-FB45-4933-B78B-136104C23F20}" destId="{5E2DBD98-DC24-4F7D-BF6B-B33F1FDB3C5E}" srcOrd="0" destOrd="0" parTransId="{AB01AE85-7577-492A-9368-294238B212E8}" sibTransId="{8E27F912-8807-4EE7-B200-AE13BA01E63D}"/>
    <dgm:cxn modelId="{D75E29BC-ED7C-470B-86A2-E6854FCEFD0F}" srcId="{C50AC479-E479-4283-A8CB-968ACC17DD20}" destId="{04E4106F-B355-4F22-B38A-F0D074B72732}" srcOrd="1" destOrd="0" parTransId="{02AF27C8-497B-4C24-8A04-62E63FB7A00D}" sibTransId="{207F812C-8960-427D-9399-A9C2CB032625}"/>
    <dgm:cxn modelId="{821B76E5-05FE-4386-B30F-3BF1036F30C9}" type="presOf" srcId="{523D1792-797D-4590-91F9-2C6A32C44699}" destId="{D9109CF5-6592-478E-8C93-03D6D8213141}" srcOrd="0" destOrd="0" presId="urn:microsoft.com/office/officeart/2018/2/layout/IconVerticalSolidList"/>
    <dgm:cxn modelId="{67C734CC-B1F1-4EBE-BEF4-5158F96C1EB5}" type="presParOf" srcId="{AD978E51-2C17-437D-A653-801424CD6B10}" destId="{15AD4436-7F71-4D1A-8475-B7A9C2537668}" srcOrd="0" destOrd="0" presId="urn:microsoft.com/office/officeart/2018/2/layout/IconVerticalSolidList"/>
    <dgm:cxn modelId="{24DB36A6-6FF3-4AE2-B15A-E5ADD98AA7A7}" type="presParOf" srcId="{15AD4436-7F71-4D1A-8475-B7A9C2537668}" destId="{08AFCC07-733A-4FBE-9B5B-06A8265C59D8}" srcOrd="0" destOrd="0" presId="urn:microsoft.com/office/officeart/2018/2/layout/IconVerticalSolidList"/>
    <dgm:cxn modelId="{37AD828E-BC8F-4C54-9927-3F62473CAA50}" type="presParOf" srcId="{15AD4436-7F71-4D1A-8475-B7A9C2537668}" destId="{FA643656-EC68-4D4D-A6CB-98A57477CFCC}" srcOrd="1" destOrd="0" presId="urn:microsoft.com/office/officeart/2018/2/layout/IconVerticalSolidList"/>
    <dgm:cxn modelId="{94EB1EDA-FB4D-4A69-A3F4-D1E9709BF86D}" type="presParOf" srcId="{15AD4436-7F71-4D1A-8475-B7A9C2537668}" destId="{EDF5757B-5EAA-4679-9662-340C9947479F}" srcOrd="2" destOrd="0" presId="urn:microsoft.com/office/officeart/2018/2/layout/IconVerticalSolidList"/>
    <dgm:cxn modelId="{5C2D7383-3D57-41E4-B91D-119D035BAD67}" type="presParOf" srcId="{15AD4436-7F71-4D1A-8475-B7A9C2537668}" destId="{D9109CF5-6592-478E-8C93-03D6D8213141}" srcOrd="3" destOrd="0" presId="urn:microsoft.com/office/officeart/2018/2/layout/IconVerticalSolidList"/>
    <dgm:cxn modelId="{892DEA37-A271-451C-B7B2-C215BD2B5E89}" type="presParOf" srcId="{AD978E51-2C17-437D-A653-801424CD6B10}" destId="{53F89151-2EE9-47F5-96D8-96BCC79D1EDB}" srcOrd="1" destOrd="0" presId="urn:microsoft.com/office/officeart/2018/2/layout/IconVerticalSolidList"/>
    <dgm:cxn modelId="{524F6619-BF11-413E-86C7-45FB4603A82E}" type="presParOf" srcId="{AD978E51-2C17-437D-A653-801424CD6B10}" destId="{3A083C2F-AC45-4CFB-A0CF-616A85991ABE}" srcOrd="2" destOrd="0" presId="urn:microsoft.com/office/officeart/2018/2/layout/IconVerticalSolidList"/>
    <dgm:cxn modelId="{EB0876FF-C215-4A02-BB25-E1A1DAA5FF18}" type="presParOf" srcId="{3A083C2F-AC45-4CFB-A0CF-616A85991ABE}" destId="{F31B9361-4FDA-44B7-8820-87FAC7D1C1A8}" srcOrd="0" destOrd="0" presId="urn:microsoft.com/office/officeart/2018/2/layout/IconVerticalSolidList"/>
    <dgm:cxn modelId="{C4C2BD4C-19B6-4495-AA7B-904DBB0830D1}" type="presParOf" srcId="{3A083C2F-AC45-4CFB-A0CF-616A85991ABE}" destId="{8844AFA2-CDAC-455F-AB4F-D60222CA760E}" srcOrd="1" destOrd="0" presId="urn:microsoft.com/office/officeart/2018/2/layout/IconVerticalSolidList"/>
    <dgm:cxn modelId="{C948FACB-621D-4BE1-ADC7-BEFD21E29531}" type="presParOf" srcId="{3A083C2F-AC45-4CFB-A0CF-616A85991ABE}" destId="{EB3CE53E-0AEB-4382-AA6E-9F4B8DB9C5C8}" srcOrd="2" destOrd="0" presId="urn:microsoft.com/office/officeart/2018/2/layout/IconVerticalSolidList"/>
    <dgm:cxn modelId="{0F6504CA-2865-4FE9-98E9-7C09B290D4C1}" type="presParOf" srcId="{3A083C2F-AC45-4CFB-A0CF-616A85991ABE}" destId="{541B1073-BED3-4FF6-A7A2-14B60C6FA6C0}" srcOrd="3" destOrd="0" presId="urn:microsoft.com/office/officeart/2018/2/layout/IconVerticalSolidList"/>
    <dgm:cxn modelId="{67BBA2D9-F4D9-446D-873B-B096C7F94D3D}" type="presParOf" srcId="{AD978E51-2C17-437D-A653-801424CD6B10}" destId="{428B4DD2-0F18-48B4-A97F-D1682B2E7FCB}" srcOrd="3" destOrd="0" presId="urn:microsoft.com/office/officeart/2018/2/layout/IconVerticalSolidList"/>
    <dgm:cxn modelId="{05BD3BB6-5838-43F5-BC82-74DEF4203F95}" type="presParOf" srcId="{AD978E51-2C17-437D-A653-801424CD6B10}" destId="{C3482682-C199-413D-B9EC-87A8826B0369}" srcOrd="4" destOrd="0" presId="urn:microsoft.com/office/officeart/2018/2/layout/IconVerticalSolidList"/>
    <dgm:cxn modelId="{72383126-3A73-422D-9EAB-6EA1B2A46A27}" type="presParOf" srcId="{C3482682-C199-413D-B9EC-87A8826B0369}" destId="{CF1919F8-D1E6-4548-85C7-55577D01CC62}" srcOrd="0" destOrd="0" presId="urn:microsoft.com/office/officeart/2018/2/layout/IconVerticalSolidList"/>
    <dgm:cxn modelId="{AE81DDDC-146B-4BF7-A3CC-B6B82C9CFDB4}" type="presParOf" srcId="{C3482682-C199-413D-B9EC-87A8826B0369}" destId="{0532943C-F376-4EF9-95D6-8A8019DF8ADF}" srcOrd="1" destOrd="0" presId="urn:microsoft.com/office/officeart/2018/2/layout/IconVerticalSolidList"/>
    <dgm:cxn modelId="{4CB818AC-3178-42C7-9482-76F2EA65559A}" type="presParOf" srcId="{C3482682-C199-413D-B9EC-87A8826B0369}" destId="{2C14F765-9032-4CF5-9462-54AC43F88C6C}" srcOrd="2" destOrd="0" presId="urn:microsoft.com/office/officeart/2018/2/layout/IconVerticalSolidList"/>
    <dgm:cxn modelId="{01CB4153-0A11-4E82-8245-65F991B9B961}" type="presParOf" srcId="{C3482682-C199-413D-B9EC-87A8826B0369}" destId="{2255893D-2D83-492E-8894-1FE886543FA2}" srcOrd="3" destOrd="0" presId="urn:microsoft.com/office/officeart/2018/2/layout/IconVerticalSolidList"/>
    <dgm:cxn modelId="{067CDB9E-375E-452A-AA67-E8BED9AAF925}" type="presParOf" srcId="{C3482682-C199-413D-B9EC-87A8826B0369}" destId="{C3817B41-7C75-40C5-8A90-4D2F6CA6A188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E5A6FB1-17D2-4D0A-9454-04A4B25ACD57}" type="doc">
      <dgm:prSet loTypeId="urn:microsoft.com/office/officeart/2005/8/layout/matrix3" loCatId="matrix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966DA930-C5EA-4CDF-9A37-0F1FD8884699}">
      <dgm:prSet/>
      <dgm:spPr/>
      <dgm:t>
        <a:bodyPr/>
        <a:lstStyle/>
        <a:p>
          <a:r>
            <a:rPr lang="en-US"/>
            <a:t>Average time to acknowledge</a:t>
          </a:r>
        </a:p>
      </dgm:t>
    </dgm:pt>
    <dgm:pt modelId="{BDC6CB74-1D9F-482E-8DAB-ED18C33FFBB1}" type="parTrans" cxnId="{64956AED-4E0E-4078-B338-008E96DFD0E9}">
      <dgm:prSet/>
      <dgm:spPr/>
      <dgm:t>
        <a:bodyPr/>
        <a:lstStyle/>
        <a:p>
          <a:endParaRPr lang="en-US"/>
        </a:p>
      </dgm:t>
    </dgm:pt>
    <dgm:pt modelId="{BBA76F79-0661-48DA-9A87-981E0F3A9016}" type="sibTrans" cxnId="{64956AED-4E0E-4078-B338-008E96DFD0E9}">
      <dgm:prSet/>
      <dgm:spPr/>
      <dgm:t>
        <a:bodyPr/>
        <a:lstStyle/>
        <a:p>
          <a:endParaRPr lang="en-US"/>
        </a:p>
      </dgm:t>
    </dgm:pt>
    <dgm:pt modelId="{6B1A641F-C297-414B-B280-A31D9790D7A4}">
      <dgm:prSet/>
      <dgm:spPr/>
      <dgm:t>
        <a:bodyPr/>
        <a:lstStyle/>
        <a:p>
          <a:r>
            <a:rPr lang="en-US"/>
            <a:t>Average time to Resolve</a:t>
          </a:r>
        </a:p>
      </dgm:t>
    </dgm:pt>
    <dgm:pt modelId="{68246A19-3609-4973-9DC7-C787ADE05E76}" type="parTrans" cxnId="{675DCE5E-3B8F-4853-8870-9340977B3320}">
      <dgm:prSet/>
      <dgm:spPr/>
      <dgm:t>
        <a:bodyPr/>
        <a:lstStyle/>
        <a:p>
          <a:endParaRPr lang="en-US"/>
        </a:p>
      </dgm:t>
    </dgm:pt>
    <dgm:pt modelId="{70D8EC29-B29D-4496-A5E4-72A0A72593E9}" type="sibTrans" cxnId="{675DCE5E-3B8F-4853-8870-9340977B3320}">
      <dgm:prSet/>
      <dgm:spPr/>
      <dgm:t>
        <a:bodyPr/>
        <a:lstStyle/>
        <a:p>
          <a:endParaRPr lang="en-US"/>
        </a:p>
      </dgm:t>
    </dgm:pt>
    <dgm:pt modelId="{8B10856C-2EA5-4C84-8510-F3824216429A}">
      <dgm:prSet/>
      <dgm:spPr/>
      <dgm:t>
        <a:bodyPr/>
        <a:lstStyle/>
        <a:p>
          <a:r>
            <a:rPr lang="en-US"/>
            <a:t>Alerts per shift</a:t>
          </a:r>
        </a:p>
      </dgm:t>
    </dgm:pt>
    <dgm:pt modelId="{C76F7000-4DC7-4611-B5BC-8F2604963C9F}" type="parTrans" cxnId="{B4D9F4BD-4652-4979-88A6-9C6F4D8B5EE9}">
      <dgm:prSet/>
      <dgm:spPr/>
      <dgm:t>
        <a:bodyPr/>
        <a:lstStyle/>
        <a:p>
          <a:endParaRPr lang="en-US"/>
        </a:p>
      </dgm:t>
    </dgm:pt>
    <dgm:pt modelId="{72947CE7-CF34-42E8-9BAB-E97415A37758}" type="sibTrans" cxnId="{B4D9F4BD-4652-4979-88A6-9C6F4D8B5EE9}">
      <dgm:prSet/>
      <dgm:spPr/>
      <dgm:t>
        <a:bodyPr/>
        <a:lstStyle/>
        <a:p>
          <a:endParaRPr lang="en-US"/>
        </a:p>
      </dgm:t>
    </dgm:pt>
    <dgm:pt modelId="{F81E1610-D524-4F0D-A34C-3F5C48E14164}">
      <dgm:prSet/>
      <dgm:spPr/>
      <dgm:t>
        <a:bodyPr/>
        <a:lstStyle/>
        <a:p>
          <a:r>
            <a:rPr lang="en-US"/>
            <a:t>Satisfaction surveys (Both customer and Engineer)</a:t>
          </a:r>
        </a:p>
      </dgm:t>
    </dgm:pt>
    <dgm:pt modelId="{798068B6-D384-42CF-8BBB-0C6F15375D99}" type="parTrans" cxnId="{963A385F-0DE2-4CBE-9317-3484A9B8A5C5}">
      <dgm:prSet/>
      <dgm:spPr/>
      <dgm:t>
        <a:bodyPr/>
        <a:lstStyle/>
        <a:p>
          <a:endParaRPr lang="en-US"/>
        </a:p>
      </dgm:t>
    </dgm:pt>
    <dgm:pt modelId="{31FFB9EF-7499-4676-9740-B2F06E446D60}" type="sibTrans" cxnId="{963A385F-0DE2-4CBE-9317-3484A9B8A5C5}">
      <dgm:prSet/>
      <dgm:spPr/>
      <dgm:t>
        <a:bodyPr/>
        <a:lstStyle/>
        <a:p>
          <a:endParaRPr lang="en-US"/>
        </a:p>
      </dgm:t>
    </dgm:pt>
    <dgm:pt modelId="{B09D3756-945C-4296-9B20-54AB6BB1793B}" type="pres">
      <dgm:prSet presAssocID="{DE5A6FB1-17D2-4D0A-9454-04A4B25ACD57}" presName="matrix" presStyleCnt="0">
        <dgm:presLayoutVars>
          <dgm:chMax val="1"/>
          <dgm:dir/>
          <dgm:resizeHandles val="exact"/>
        </dgm:presLayoutVars>
      </dgm:prSet>
      <dgm:spPr/>
    </dgm:pt>
    <dgm:pt modelId="{E0AC9AC5-D500-4BC3-A3D0-979EF0DE55C6}" type="pres">
      <dgm:prSet presAssocID="{DE5A6FB1-17D2-4D0A-9454-04A4B25ACD57}" presName="diamond" presStyleLbl="bgShp" presStyleIdx="0" presStyleCnt="1"/>
      <dgm:spPr/>
    </dgm:pt>
    <dgm:pt modelId="{AAADFC24-97F1-41F9-BDD1-C372E69B1F43}" type="pres">
      <dgm:prSet presAssocID="{DE5A6FB1-17D2-4D0A-9454-04A4B25ACD57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506D146C-A71B-4A03-ACB4-C85503F86FAB}" type="pres">
      <dgm:prSet presAssocID="{DE5A6FB1-17D2-4D0A-9454-04A4B25ACD57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AE028AAE-90EC-4D86-B4C1-9EE8E7CE3958}" type="pres">
      <dgm:prSet presAssocID="{DE5A6FB1-17D2-4D0A-9454-04A4B25ACD57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F8B86C4F-94DD-4F12-8866-8B0922792F75}" type="pres">
      <dgm:prSet presAssocID="{DE5A6FB1-17D2-4D0A-9454-04A4B25ACD57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675DCE5E-3B8F-4853-8870-9340977B3320}" srcId="{DE5A6FB1-17D2-4D0A-9454-04A4B25ACD57}" destId="{6B1A641F-C297-414B-B280-A31D9790D7A4}" srcOrd="1" destOrd="0" parTransId="{68246A19-3609-4973-9DC7-C787ADE05E76}" sibTransId="{70D8EC29-B29D-4496-A5E4-72A0A72593E9}"/>
    <dgm:cxn modelId="{963A385F-0DE2-4CBE-9317-3484A9B8A5C5}" srcId="{DE5A6FB1-17D2-4D0A-9454-04A4B25ACD57}" destId="{F81E1610-D524-4F0D-A34C-3F5C48E14164}" srcOrd="3" destOrd="0" parTransId="{798068B6-D384-42CF-8BBB-0C6F15375D99}" sibTransId="{31FFB9EF-7499-4676-9740-B2F06E446D60}"/>
    <dgm:cxn modelId="{75B5C842-7775-44CC-800C-913B0910F055}" type="presOf" srcId="{DE5A6FB1-17D2-4D0A-9454-04A4B25ACD57}" destId="{B09D3756-945C-4296-9B20-54AB6BB1793B}" srcOrd="0" destOrd="0" presId="urn:microsoft.com/office/officeart/2005/8/layout/matrix3"/>
    <dgm:cxn modelId="{14C85D46-AEE5-4A8E-AE66-CF7911B74B3F}" type="presOf" srcId="{8B10856C-2EA5-4C84-8510-F3824216429A}" destId="{AE028AAE-90EC-4D86-B4C1-9EE8E7CE3958}" srcOrd="0" destOrd="0" presId="urn:microsoft.com/office/officeart/2005/8/layout/matrix3"/>
    <dgm:cxn modelId="{14A57F53-A6AB-4553-AC1A-10FD31699711}" type="presOf" srcId="{966DA930-C5EA-4CDF-9A37-0F1FD8884699}" destId="{AAADFC24-97F1-41F9-BDD1-C372E69B1F43}" srcOrd="0" destOrd="0" presId="urn:microsoft.com/office/officeart/2005/8/layout/matrix3"/>
    <dgm:cxn modelId="{55CEDBA7-37C3-46A3-A8C5-9A66B3CFB2B5}" type="presOf" srcId="{F81E1610-D524-4F0D-A34C-3F5C48E14164}" destId="{F8B86C4F-94DD-4F12-8866-8B0922792F75}" srcOrd="0" destOrd="0" presId="urn:microsoft.com/office/officeart/2005/8/layout/matrix3"/>
    <dgm:cxn modelId="{B4D9F4BD-4652-4979-88A6-9C6F4D8B5EE9}" srcId="{DE5A6FB1-17D2-4D0A-9454-04A4B25ACD57}" destId="{8B10856C-2EA5-4C84-8510-F3824216429A}" srcOrd="2" destOrd="0" parTransId="{C76F7000-4DC7-4611-B5BC-8F2604963C9F}" sibTransId="{72947CE7-CF34-42E8-9BAB-E97415A37758}"/>
    <dgm:cxn modelId="{BA52FEE6-ECF5-4F36-B98B-B184C6587C1C}" type="presOf" srcId="{6B1A641F-C297-414B-B280-A31D9790D7A4}" destId="{506D146C-A71B-4A03-ACB4-C85503F86FAB}" srcOrd="0" destOrd="0" presId="urn:microsoft.com/office/officeart/2005/8/layout/matrix3"/>
    <dgm:cxn modelId="{64956AED-4E0E-4078-B338-008E96DFD0E9}" srcId="{DE5A6FB1-17D2-4D0A-9454-04A4B25ACD57}" destId="{966DA930-C5EA-4CDF-9A37-0F1FD8884699}" srcOrd="0" destOrd="0" parTransId="{BDC6CB74-1D9F-482E-8DAB-ED18C33FFBB1}" sibTransId="{BBA76F79-0661-48DA-9A87-981E0F3A9016}"/>
    <dgm:cxn modelId="{B9A3C7B3-98C6-46C4-A175-E878DE6756C0}" type="presParOf" srcId="{B09D3756-945C-4296-9B20-54AB6BB1793B}" destId="{E0AC9AC5-D500-4BC3-A3D0-979EF0DE55C6}" srcOrd="0" destOrd="0" presId="urn:microsoft.com/office/officeart/2005/8/layout/matrix3"/>
    <dgm:cxn modelId="{D924CDA2-755B-4C34-8AF1-E22CFE21C092}" type="presParOf" srcId="{B09D3756-945C-4296-9B20-54AB6BB1793B}" destId="{AAADFC24-97F1-41F9-BDD1-C372E69B1F43}" srcOrd="1" destOrd="0" presId="urn:microsoft.com/office/officeart/2005/8/layout/matrix3"/>
    <dgm:cxn modelId="{C7B1789F-9E46-4238-80A0-F4F26439ADBF}" type="presParOf" srcId="{B09D3756-945C-4296-9B20-54AB6BB1793B}" destId="{506D146C-A71B-4A03-ACB4-C85503F86FAB}" srcOrd="2" destOrd="0" presId="urn:microsoft.com/office/officeart/2005/8/layout/matrix3"/>
    <dgm:cxn modelId="{E620077C-5C10-4B96-89EE-1170B8BB88F8}" type="presParOf" srcId="{B09D3756-945C-4296-9B20-54AB6BB1793B}" destId="{AE028AAE-90EC-4D86-B4C1-9EE8E7CE3958}" srcOrd="3" destOrd="0" presId="urn:microsoft.com/office/officeart/2005/8/layout/matrix3"/>
    <dgm:cxn modelId="{3563C08F-5889-41FE-9956-896F1EB99634}" type="presParOf" srcId="{B09D3756-945C-4296-9B20-54AB6BB1793B}" destId="{F8B86C4F-94DD-4F12-8866-8B0922792F75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942D6C-D2AA-444A-8D72-D973FB3569FB}">
      <dsp:nvSpPr>
        <dsp:cNvPr id="0" name=""/>
        <dsp:cNvSpPr/>
      </dsp:nvSpPr>
      <dsp:spPr>
        <a:xfrm>
          <a:off x="947201" y="818755"/>
          <a:ext cx="1451800" cy="14518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D73D82-FC46-4226-8F6B-E601EF0A3A21}">
      <dsp:nvSpPr>
        <dsp:cNvPr id="0" name=""/>
        <dsp:cNvSpPr/>
      </dsp:nvSpPr>
      <dsp:spPr>
        <a:xfrm>
          <a:off x="59990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 rotation of personnel designed to provide 24/7 reliability/incident response</a:t>
          </a:r>
        </a:p>
      </dsp:txBody>
      <dsp:txXfrm>
        <a:off x="59990" y="2654049"/>
        <a:ext cx="3226223" cy="720000"/>
      </dsp:txXfrm>
    </dsp:sp>
    <dsp:sp modelId="{3D1F4EE4-A49F-4079-961D-698AC3B40E09}">
      <dsp:nvSpPr>
        <dsp:cNvPr id="0" name=""/>
        <dsp:cNvSpPr/>
      </dsp:nvSpPr>
      <dsp:spPr>
        <a:xfrm>
          <a:off x="4738014" y="818755"/>
          <a:ext cx="1451800" cy="14518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874132-D539-424A-9E75-DCF7188C29E5}">
      <dsp:nvSpPr>
        <dsp:cNvPr id="0" name=""/>
        <dsp:cNvSpPr/>
      </dsp:nvSpPr>
      <dsp:spPr>
        <a:xfrm>
          <a:off x="3850802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Developers will be On Call for specified periods of times</a:t>
          </a:r>
        </a:p>
      </dsp:txBody>
      <dsp:txXfrm>
        <a:off x="3850802" y="2654049"/>
        <a:ext cx="3226223" cy="720000"/>
      </dsp:txXfrm>
    </dsp:sp>
    <dsp:sp modelId="{05FAE012-4D62-4E63-A75D-D851D10018E0}">
      <dsp:nvSpPr>
        <dsp:cNvPr id="0" name=""/>
        <dsp:cNvSpPr/>
      </dsp:nvSpPr>
      <dsp:spPr>
        <a:xfrm>
          <a:off x="8528826" y="818755"/>
          <a:ext cx="1451800" cy="14518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F4987C-329E-453E-A8D5-71A76E031D25}">
      <dsp:nvSpPr>
        <dsp:cNvPr id="0" name=""/>
        <dsp:cNvSpPr/>
      </dsp:nvSpPr>
      <dsp:spPr>
        <a:xfrm>
          <a:off x="7641615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Each developer On Call is responsible for responding to incidents</a:t>
          </a:r>
        </a:p>
      </dsp:txBody>
      <dsp:txXfrm>
        <a:off x="7641615" y="2654049"/>
        <a:ext cx="3226223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D7B492-CE20-458A-A3A9-86D4E987DC1F}">
      <dsp:nvSpPr>
        <dsp:cNvPr id="0" name=""/>
        <dsp:cNvSpPr/>
      </dsp:nvSpPr>
      <dsp:spPr>
        <a:xfrm>
          <a:off x="0" y="682"/>
          <a:ext cx="6245265" cy="1596566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CBE389-04B2-44FD-9DB0-98FC025F5663}">
      <dsp:nvSpPr>
        <dsp:cNvPr id="0" name=""/>
        <dsp:cNvSpPr/>
      </dsp:nvSpPr>
      <dsp:spPr>
        <a:xfrm>
          <a:off x="482961" y="359909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53D316-336A-4ED6-A27F-F47D710CBB96}">
      <dsp:nvSpPr>
        <dsp:cNvPr id="0" name=""/>
        <dsp:cNvSpPr/>
      </dsp:nvSpPr>
      <dsp:spPr>
        <a:xfrm>
          <a:off x="1844034" y="682"/>
          <a:ext cx="4401230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Reduces downtime which improves customer trust</a:t>
          </a:r>
        </a:p>
      </dsp:txBody>
      <dsp:txXfrm>
        <a:off x="1844034" y="682"/>
        <a:ext cx="4401230" cy="1596566"/>
      </dsp:txXfrm>
    </dsp:sp>
    <dsp:sp modelId="{C888281B-79F4-4CF0-A2A8-A451802CCD46}">
      <dsp:nvSpPr>
        <dsp:cNvPr id="0" name=""/>
        <dsp:cNvSpPr/>
      </dsp:nvSpPr>
      <dsp:spPr>
        <a:xfrm>
          <a:off x="0" y="1996390"/>
          <a:ext cx="6245265" cy="1596566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5E2243-1262-413C-9F18-357528565383}">
      <dsp:nvSpPr>
        <dsp:cNvPr id="0" name=""/>
        <dsp:cNvSpPr/>
      </dsp:nvSpPr>
      <dsp:spPr>
        <a:xfrm>
          <a:off x="482961" y="2355617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65185-3439-45A0-8004-F4E4C17412B4}">
      <dsp:nvSpPr>
        <dsp:cNvPr id="0" name=""/>
        <dsp:cNvSpPr/>
      </dsp:nvSpPr>
      <dsp:spPr>
        <a:xfrm>
          <a:off x="1844034" y="1996390"/>
          <a:ext cx="4401230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Prevents knowledge silos</a:t>
          </a:r>
        </a:p>
      </dsp:txBody>
      <dsp:txXfrm>
        <a:off x="1844034" y="1996390"/>
        <a:ext cx="4401230" cy="1596566"/>
      </dsp:txXfrm>
    </dsp:sp>
    <dsp:sp modelId="{0046C836-1DFE-4E1D-BA7A-604726208495}">
      <dsp:nvSpPr>
        <dsp:cNvPr id="0" name=""/>
        <dsp:cNvSpPr/>
      </dsp:nvSpPr>
      <dsp:spPr>
        <a:xfrm>
          <a:off x="0" y="3992098"/>
          <a:ext cx="6245265" cy="159656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4EE042-79DB-40E4-A255-4800620DB3D2}">
      <dsp:nvSpPr>
        <dsp:cNvPr id="0" name=""/>
        <dsp:cNvSpPr/>
      </dsp:nvSpPr>
      <dsp:spPr>
        <a:xfrm>
          <a:off x="482961" y="4351325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DCCE69-E0F2-450C-9E3E-EBED179AAD01}">
      <dsp:nvSpPr>
        <dsp:cNvPr id="0" name=""/>
        <dsp:cNvSpPr/>
      </dsp:nvSpPr>
      <dsp:spPr>
        <a:xfrm>
          <a:off x="1844034" y="3992098"/>
          <a:ext cx="2810369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Forces accountability on the developers for production health</a:t>
          </a:r>
        </a:p>
      </dsp:txBody>
      <dsp:txXfrm>
        <a:off x="1844034" y="3992098"/>
        <a:ext cx="2810369" cy="1596566"/>
      </dsp:txXfrm>
    </dsp:sp>
    <dsp:sp modelId="{BB514BFE-49AF-4F68-91A9-D11FB198EA0B}">
      <dsp:nvSpPr>
        <dsp:cNvPr id="0" name=""/>
        <dsp:cNvSpPr/>
      </dsp:nvSpPr>
      <dsp:spPr>
        <a:xfrm>
          <a:off x="4654403" y="3992098"/>
          <a:ext cx="1590861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They are more likely to care about getting things done right the first time, so they don’t get called</a:t>
          </a:r>
        </a:p>
      </dsp:txBody>
      <dsp:txXfrm>
        <a:off x="4654403" y="3992098"/>
        <a:ext cx="1590861" cy="159656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6578EE-C37F-44D5-8DDF-B6DB9667CD03}">
      <dsp:nvSpPr>
        <dsp:cNvPr id="0" name=""/>
        <dsp:cNvSpPr/>
      </dsp:nvSpPr>
      <dsp:spPr>
        <a:xfrm>
          <a:off x="3381" y="47777"/>
          <a:ext cx="3296840" cy="9805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09728" rIns="192024" bIns="109728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Low value alerts</a:t>
          </a:r>
        </a:p>
      </dsp:txBody>
      <dsp:txXfrm>
        <a:off x="3381" y="47777"/>
        <a:ext cx="3296840" cy="980526"/>
      </dsp:txXfrm>
    </dsp:sp>
    <dsp:sp modelId="{E538E143-F654-4B70-8366-7C7D19E13728}">
      <dsp:nvSpPr>
        <dsp:cNvPr id="0" name=""/>
        <dsp:cNvSpPr/>
      </dsp:nvSpPr>
      <dsp:spPr>
        <a:xfrm>
          <a:off x="3381" y="1028303"/>
          <a:ext cx="3296840" cy="265771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/>
            <a:t>Alerts should be about critical things that can’t wait.</a:t>
          </a:r>
        </a:p>
      </dsp:txBody>
      <dsp:txXfrm>
        <a:off x="3381" y="1028303"/>
        <a:ext cx="3296840" cy="2657717"/>
      </dsp:txXfrm>
    </dsp:sp>
    <dsp:sp modelId="{42C45B09-2B89-4A1B-95D6-51B679BCAE84}">
      <dsp:nvSpPr>
        <dsp:cNvPr id="0" name=""/>
        <dsp:cNvSpPr/>
      </dsp:nvSpPr>
      <dsp:spPr>
        <a:xfrm>
          <a:off x="3761779" y="47777"/>
          <a:ext cx="3296840" cy="980526"/>
        </a:xfrm>
        <a:prstGeom prst="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09728" rIns="192024" bIns="109728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On-Call and Project Work Conflicts</a:t>
          </a:r>
        </a:p>
      </dsp:txBody>
      <dsp:txXfrm>
        <a:off x="3761779" y="47777"/>
        <a:ext cx="3296840" cy="980526"/>
      </dsp:txXfrm>
    </dsp:sp>
    <dsp:sp modelId="{F6FB1DCE-11E2-415D-9EA9-D1EB8739038D}">
      <dsp:nvSpPr>
        <dsp:cNvPr id="0" name=""/>
        <dsp:cNvSpPr/>
      </dsp:nvSpPr>
      <dsp:spPr>
        <a:xfrm>
          <a:off x="3761779" y="1028303"/>
          <a:ext cx="3296840" cy="2657717"/>
        </a:xfrm>
        <a:prstGeom prst="rect">
          <a:avLst/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/>
            <a:t>The rotation may cause conflicts with completing project work</a:t>
          </a:r>
        </a:p>
      </dsp:txBody>
      <dsp:txXfrm>
        <a:off x="3761779" y="1028303"/>
        <a:ext cx="3296840" cy="2657717"/>
      </dsp:txXfrm>
    </dsp:sp>
    <dsp:sp modelId="{1A4973ED-1C37-466D-BFDF-3A8882580E11}">
      <dsp:nvSpPr>
        <dsp:cNvPr id="0" name=""/>
        <dsp:cNvSpPr/>
      </dsp:nvSpPr>
      <dsp:spPr>
        <a:xfrm>
          <a:off x="7520178" y="47777"/>
          <a:ext cx="3296840" cy="980526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09728" rIns="192024" bIns="109728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Small rotation schedules</a:t>
          </a:r>
        </a:p>
      </dsp:txBody>
      <dsp:txXfrm>
        <a:off x="7520178" y="47777"/>
        <a:ext cx="3296840" cy="980526"/>
      </dsp:txXfrm>
    </dsp:sp>
    <dsp:sp modelId="{12A0D366-5F23-43DB-8E19-EB3012908238}">
      <dsp:nvSpPr>
        <dsp:cNvPr id="0" name=""/>
        <dsp:cNvSpPr/>
      </dsp:nvSpPr>
      <dsp:spPr>
        <a:xfrm>
          <a:off x="7520178" y="1028303"/>
          <a:ext cx="3296840" cy="2657717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Small teams mean people are on call potentially more than once a month, increasing potential burnout</a:t>
          </a:r>
        </a:p>
      </dsp:txBody>
      <dsp:txXfrm>
        <a:off x="7520178" y="1028303"/>
        <a:ext cx="3296840" cy="26577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328B0D-BF5F-4B92-9F48-4B2FEA0CC2B6}">
      <dsp:nvSpPr>
        <dsp:cNvPr id="0" name=""/>
        <dsp:cNvSpPr/>
      </dsp:nvSpPr>
      <dsp:spPr>
        <a:xfrm>
          <a:off x="2164080" y="1166"/>
          <a:ext cx="8656320" cy="119598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957" tIns="303780" rIns="167957" bIns="30378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Rotate weekly for small teams, large teams can rotate more often</a:t>
          </a:r>
        </a:p>
      </dsp:txBody>
      <dsp:txXfrm>
        <a:off x="2164080" y="1166"/>
        <a:ext cx="8656320" cy="1195982"/>
      </dsp:txXfrm>
    </dsp:sp>
    <dsp:sp modelId="{567647BB-25DF-4065-8992-E7776BE29096}">
      <dsp:nvSpPr>
        <dsp:cNvPr id="0" name=""/>
        <dsp:cNvSpPr/>
      </dsp:nvSpPr>
      <dsp:spPr>
        <a:xfrm>
          <a:off x="0" y="1166"/>
          <a:ext cx="2164080" cy="119598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516" tIns="118136" rIns="114516" bIns="1181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Rotate</a:t>
          </a:r>
        </a:p>
      </dsp:txBody>
      <dsp:txXfrm>
        <a:off x="0" y="1166"/>
        <a:ext cx="2164080" cy="1195982"/>
      </dsp:txXfrm>
    </dsp:sp>
    <dsp:sp modelId="{B3A9086C-57BD-4167-A9A7-636F62EE915F}">
      <dsp:nvSpPr>
        <dsp:cNvPr id="0" name=""/>
        <dsp:cNvSpPr/>
      </dsp:nvSpPr>
      <dsp:spPr>
        <a:xfrm>
          <a:off x="2164080" y="1268908"/>
          <a:ext cx="8656320" cy="1195982"/>
        </a:xfrm>
        <a:prstGeom prst="rect">
          <a:avLst/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957" tIns="303780" rIns="167957" bIns="30378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Have Primary and back up responders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In the case the primary contact is unable to log in within a certain amount of time</a:t>
          </a:r>
        </a:p>
      </dsp:txBody>
      <dsp:txXfrm>
        <a:off x="2164080" y="1268908"/>
        <a:ext cx="8656320" cy="1195982"/>
      </dsp:txXfrm>
    </dsp:sp>
    <dsp:sp modelId="{0FB55BD5-D97D-4691-8189-A80F4E677B0F}">
      <dsp:nvSpPr>
        <dsp:cNvPr id="0" name=""/>
        <dsp:cNvSpPr/>
      </dsp:nvSpPr>
      <dsp:spPr>
        <a:xfrm>
          <a:off x="0" y="1268908"/>
          <a:ext cx="2164080" cy="1195982"/>
        </a:xfrm>
        <a:prstGeom prst="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516" tIns="118136" rIns="114516" bIns="1181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Have</a:t>
          </a:r>
        </a:p>
      </dsp:txBody>
      <dsp:txXfrm>
        <a:off x="0" y="1268908"/>
        <a:ext cx="2164080" cy="1195982"/>
      </dsp:txXfrm>
    </dsp:sp>
    <dsp:sp modelId="{CADE8CBB-4E34-4872-9F26-820ABC239400}">
      <dsp:nvSpPr>
        <dsp:cNvPr id="0" name=""/>
        <dsp:cNvSpPr/>
      </dsp:nvSpPr>
      <dsp:spPr>
        <a:xfrm>
          <a:off x="2164080" y="2536649"/>
          <a:ext cx="8656320" cy="1195982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957" tIns="303780" rIns="167957" bIns="30378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If a global company, don’t schedule developers to be on call at night for them</a:t>
          </a:r>
        </a:p>
      </dsp:txBody>
      <dsp:txXfrm>
        <a:off x="2164080" y="2536649"/>
        <a:ext cx="8656320" cy="1195982"/>
      </dsp:txXfrm>
    </dsp:sp>
    <dsp:sp modelId="{68BC3D6C-951C-458C-B360-7A280B48F970}">
      <dsp:nvSpPr>
        <dsp:cNvPr id="0" name=""/>
        <dsp:cNvSpPr/>
      </dsp:nvSpPr>
      <dsp:spPr>
        <a:xfrm>
          <a:off x="0" y="2536649"/>
          <a:ext cx="2164080" cy="1195982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516" tIns="118136" rIns="114516" bIns="1181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Don’t schedule</a:t>
          </a:r>
        </a:p>
      </dsp:txBody>
      <dsp:txXfrm>
        <a:off x="0" y="2536649"/>
        <a:ext cx="2164080" cy="119598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AFCC07-733A-4FBE-9B5B-06A8265C59D8}">
      <dsp:nvSpPr>
        <dsp:cNvPr id="0" name=""/>
        <dsp:cNvSpPr/>
      </dsp:nvSpPr>
      <dsp:spPr>
        <a:xfrm>
          <a:off x="0" y="679"/>
          <a:ext cx="6651253" cy="159028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643656-EC68-4D4D-A6CB-98A57477CFCC}">
      <dsp:nvSpPr>
        <dsp:cNvPr id="0" name=""/>
        <dsp:cNvSpPr/>
      </dsp:nvSpPr>
      <dsp:spPr>
        <a:xfrm>
          <a:off x="481061" y="358494"/>
          <a:ext cx="874657" cy="8746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109CF5-6592-478E-8C93-03D6D8213141}">
      <dsp:nvSpPr>
        <dsp:cNvPr id="0" name=""/>
        <dsp:cNvSpPr/>
      </dsp:nvSpPr>
      <dsp:spPr>
        <a:xfrm>
          <a:off x="1836781" y="679"/>
          <a:ext cx="4814471" cy="1590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305" tIns="168305" rIns="168305" bIns="168305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Don’t alert on things that can’t be acted on immediately</a:t>
          </a:r>
        </a:p>
      </dsp:txBody>
      <dsp:txXfrm>
        <a:off x="1836781" y="679"/>
        <a:ext cx="4814471" cy="1590287"/>
      </dsp:txXfrm>
    </dsp:sp>
    <dsp:sp modelId="{F31B9361-4FDA-44B7-8820-87FAC7D1C1A8}">
      <dsp:nvSpPr>
        <dsp:cNvPr id="0" name=""/>
        <dsp:cNvSpPr/>
      </dsp:nvSpPr>
      <dsp:spPr>
        <a:xfrm>
          <a:off x="0" y="1988538"/>
          <a:ext cx="6651253" cy="159028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44AFA2-CDAC-455F-AB4F-D60222CA760E}">
      <dsp:nvSpPr>
        <dsp:cNvPr id="0" name=""/>
        <dsp:cNvSpPr/>
      </dsp:nvSpPr>
      <dsp:spPr>
        <a:xfrm>
          <a:off x="481061" y="2346353"/>
          <a:ext cx="874657" cy="8746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1B1073-BED3-4FF6-A7A2-14B60C6FA6C0}">
      <dsp:nvSpPr>
        <dsp:cNvPr id="0" name=""/>
        <dsp:cNvSpPr/>
      </dsp:nvSpPr>
      <dsp:spPr>
        <a:xfrm>
          <a:off x="1836781" y="1988538"/>
          <a:ext cx="4814471" cy="1590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305" tIns="168305" rIns="168305" bIns="168305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Automate as much of the Alerting as possible</a:t>
          </a:r>
        </a:p>
      </dsp:txBody>
      <dsp:txXfrm>
        <a:off x="1836781" y="1988538"/>
        <a:ext cx="4814471" cy="1590287"/>
      </dsp:txXfrm>
    </dsp:sp>
    <dsp:sp modelId="{CF1919F8-D1E6-4548-85C7-55577D01CC62}">
      <dsp:nvSpPr>
        <dsp:cNvPr id="0" name=""/>
        <dsp:cNvSpPr/>
      </dsp:nvSpPr>
      <dsp:spPr>
        <a:xfrm>
          <a:off x="0" y="3976397"/>
          <a:ext cx="6651253" cy="159028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32943C-F376-4EF9-95D6-8A8019DF8ADF}">
      <dsp:nvSpPr>
        <dsp:cNvPr id="0" name=""/>
        <dsp:cNvSpPr/>
      </dsp:nvSpPr>
      <dsp:spPr>
        <a:xfrm>
          <a:off x="481061" y="4334211"/>
          <a:ext cx="874657" cy="8746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55893D-2D83-492E-8894-1FE886543FA2}">
      <dsp:nvSpPr>
        <dsp:cNvPr id="0" name=""/>
        <dsp:cNvSpPr/>
      </dsp:nvSpPr>
      <dsp:spPr>
        <a:xfrm>
          <a:off x="1836781" y="3976397"/>
          <a:ext cx="2993063" cy="1590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305" tIns="168305" rIns="168305" bIns="168305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Maintain How-To’s and answers to common issues</a:t>
          </a:r>
        </a:p>
      </dsp:txBody>
      <dsp:txXfrm>
        <a:off x="1836781" y="3976397"/>
        <a:ext cx="2993063" cy="1590287"/>
      </dsp:txXfrm>
    </dsp:sp>
    <dsp:sp modelId="{C3817B41-7C75-40C5-8A90-4D2F6CA6A188}">
      <dsp:nvSpPr>
        <dsp:cNvPr id="0" name=""/>
        <dsp:cNvSpPr/>
      </dsp:nvSpPr>
      <dsp:spPr>
        <a:xfrm>
          <a:off x="4829845" y="3976397"/>
          <a:ext cx="1821407" cy="1590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305" tIns="168305" rIns="168305" bIns="168305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This helps provide an easy check list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This also helps with automation of fixes in the future</a:t>
          </a:r>
        </a:p>
      </dsp:txBody>
      <dsp:txXfrm>
        <a:off x="4829845" y="3976397"/>
        <a:ext cx="1821407" cy="159028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AC9AC5-D500-4BC3-A3D0-979EF0DE55C6}">
      <dsp:nvSpPr>
        <dsp:cNvPr id="0" name=""/>
        <dsp:cNvSpPr/>
      </dsp:nvSpPr>
      <dsp:spPr>
        <a:xfrm>
          <a:off x="656244" y="0"/>
          <a:ext cx="5338764" cy="5338764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ADFC24-97F1-41F9-BDD1-C372E69B1F43}">
      <dsp:nvSpPr>
        <dsp:cNvPr id="0" name=""/>
        <dsp:cNvSpPr/>
      </dsp:nvSpPr>
      <dsp:spPr>
        <a:xfrm>
          <a:off x="1163427" y="507182"/>
          <a:ext cx="2082117" cy="2082117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Average time to acknowledge</a:t>
          </a:r>
        </a:p>
      </dsp:txBody>
      <dsp:txXfrm>
        <a:off x="1265068" y="608823"/>
        <a:ext cx="1878835" cy="1878835"/>
      </dsp:txXfrm>
    </dsp:sp>
    <dsp:sp modelId="{506D146C-A71B-4A03-ACB4-C85503F86FAB}">
      <dsp:nvSpPr>
        <dsp:cNvPr id="0" name=""/>
        <dsp:cNvSpPr/>
      </dsp:nvSpPr>
      <dsp:spPr>
        <a:xfrm>
          <a:off x="3405707" y="507182"/>
          <a:ext cx="2082117" cy="2082117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Average time to Resolve</a:t>
          </a:r>
        </a:p>
      </dsp:txBody>
      <dsp:txXfrm>
        <a:off x="3507348" y="608823"/>
        <a:ext cx="1878835" cy="1878835"/>
      </dsp:txXfrm>
    </dsp:sp>
    <dsp:sp modelId="{AE028AAE-90EC-4D86-B4C1-9EE8E7CE3958}">
      <dsp:nvSpPr>
        <dsp:cNvPr id="0" name=""/>
        <dsp:cNvSpPr/>
      </dsp:nvSpPr>
      <dsp:spPr>
        <a:xfrm>
          <a:off x="1163427" y="2749463"/>
          <a:ext cx="2082117" cy="2082117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Alerts per shift</a:t>
          </a:r>
        </a:p>
      </dsp:txBody>
      <dsp:txXfrm>
        <a:off x="1265068" y="2851104"/>
        <a:ext cx="1878835" cy="1878835"/>
      </dsp:txXfrm>
    </dsp:sp>
    <dsp:sp modelId="{F8B86C4F-94DD-4F12-8866-8B0922792F75}">
      <dsp:nvSpPr>
        <dsp:cNvPr id="0" name=""/>
        <dsp:cNvSpPr/>
      </dsp:nvSpPr>
      <dsp:spPr>
        <a:xfrm>
          <a:off x="3405707" y="2749463"/>
          <a:ext cx="2082117" cy="2082117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Satisfaction surveys (Both customer and Engineer)</a:t>
          </a:r>
        </a:p>
      </dsp:txBody>
      <dsp:txXfrm>
        <a:off x="3507348" y="2851104"/>
        <a:ext cx="1878835" cy="18788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57501-0C6A-D688-CFA5-8C451BBC14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66938D-8D61-A95E-5183-606067E4A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A7870-89F6-1196-AB27-1761C11E4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2752BF-FC71-C014-F3B6-CCDD970A6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4AB7-3498-8871-00EC-BFD715B2E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585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5B105-463B-6C73-E808-030419F4D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98B50-C8AB-1ADB-13ED-07DC97BCB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6BDFF-0E97-D195-C728-A526413B5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923F7-A0FB-34C7-7535-2F890038A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3C3939-2A15-8151-0DA2-A30EE48EE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34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CE1BA-2410-3380-DB14-CC0C200BB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AB30F-8014-EDA1-92B7-4C6CE239C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00F00-2085-9F11-7352-06D999C3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FA085-1D61-245E-B1C0-6F16079D0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879EE-FF32-E548-A53A-618048FC6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874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644F1-A137-0EFD-FFDB-A1C8691CA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8B4F5-8462-AA0F-5A60-8849B29EE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39519E-F617-5BEA-524C-883D68A10F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4D7D28-0D93-BC34-9E15-F9383A930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7DBFC6-EA7D-7DF7-3539-3E9F19F2A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46255-0116-EA3A-9DC9-DEE19ECBF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359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92E4A-85AA-09C2-1B99-532C30790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D72CDB-E4C5-9F21-87B6-CDE7825CB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8A162E-0BC6-D7BB-4749-E6B3023F7A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EC0242-1265-648B-5246-280AA47DAF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E8D675-AB63-6A50-9BC6-380228E9FE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C5A9EE-D23C-528A-3AAF-27F823182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AED010-6A59-4775-81E6-8A12373E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CA51EF-BD51-BBCE-B9A3-A8C58AEC7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66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FB6D1-DCD5-56C0-204B-1FC49F7E5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A2E207-5E55-7E02-83B8-B46442021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8EDF02-9931-0F83-A6AE-F06063864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BE8538-F6EB-34C5-FEE2-5DE58522E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109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39FCB2-768F-B9F1-4C5D-EEF03B555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3377F3-0CF3-68B4-AA44-86BD00CDE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CD0EB-C314-FC28-4501-47C2AEBB9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986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C072-053E-BCEF-D41A-55F73CCF9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84039-17A5-CDE9-4E54-0715A2545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163F1E-56B1-2B61-CF23-471F8285C0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2F575-B623-1EAE-B17D-0FC6381FA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FF593A-D67F-BE5A-A5D1-36A50C865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CB621-8C4F-7AA3-D352-1E7EB817C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553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4A2A1-BF4C-320F-8ABC-ED8B83BC0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E69356-D8A3-4AC9-0AF9-A66D8F61EC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17DF3F-7CD5-B05D-67B0-1CC95FB16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10EB7-107D-82EB-772B-BF7B521DC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F9FD5-9FC8-7801-B837-A6BCF6B90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147DEB-688A-0B47-CBD8-0F764A742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604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EA894-929C-C640-153A-0AB8160FD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F14A9-93BC-172C-C4A0-5AF58982D1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B73AA-8D6E-7538-EB9E-10C4CAA56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43885-C32C-12CC-D228-BF1BFC331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39D7B5-AD0A-67E7-D99F-00AA68955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458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9D511-CA10-E7BE-1402-E8109A8FAF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0E3266-D1CE-B3C9-D352-F1B08782B7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8D6AC-4999-7289-939B-728B6A519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209A32-5A40-8B4B-322F-EEDB62DDF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FAE95-8736-E352-FF25-32232AEDE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464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931A40-6D23-DDF2-3B82-98C588886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84EF7-0F0E-849B-C0D1-9FD306753F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09B34F-FC3E-5700-D012-2BC93B9164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99DD5-0AB9-4D0E-9BE0-FF7AF4690BE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0716F1-EB4F-FC2E-5AE9-F34C7114E9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BC65F-6ED6-9C61-B8B5-C3CC4C84B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7F90D-49A5-4CD0-BE7C-AF24CBD13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950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copilot.microsoft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F3B038-4FB9-C923-2F0B-8EA74189BC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en-US" sz="8000"/>
              <a:t>Pager Rotation Duties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602A8-5FCB-4BC6-8B37-FC2E12D722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619624"/>
            <a:ext cx="3946779" cy="1038225"/>
          </a:xfrm>
        </p:spPr>
        <p:txBody>
          <a:bodyPr>
            <a:normAutofit/>
          </a:bodyPr>
          <a:lstStyle/>
          <a:p>
            <a:pPr algn="r"/>
            <a:r>
              <a:rPr lang="en-US" dirty="0"/>
              <a:t>By Matthew Rozendaal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33389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AF8A97-C963-3724-7267-B9041EB48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What is it?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AD0E574-E461-5E66-6032-95D86AAE68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200918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70275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596752-803A-8A67-3C2D-2C8B0FAAF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n-US" sz="8000" dirty="0"/>
              <a:t>Why does it matter?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D19F396-7637-A6E3-B230-57D552F624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2254519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42714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201"/>
            <a:ext cx="112776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C0DCF5-1D34-1B66-9FE3-29BF05FB2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990599"/>
            <a:ext cx="9906000" cy="685800"/>
          </a:xfrm>
        </p:spPr>
        <p:txBody>
          <a:bodyPr anchor="t">
            <a:normAutofit/>
          </a:bodyPr>
          <a:lstStyle/>
          <a:p>
            <a:r>
              <a:rPr lang="en-US" sz="4000"/>
              <a:t>Common On Call issues</a:t>
            </a:r>
          </a:p>
        </p:txBody>
      </p:sp>
      <p:graphicFrame>
        <p:nvGraphicFramePr>
          <p:cNvPr id="22" name="Content Placeholder 2">
            <a:extLst>
              <a:ext uri="{FF2B5EF4-FFF2-40B4-BE49-F238E27FC236}">
                <a16:creationId xmlns:a16="http://schemas.microsoft.com/office/drawing/2014/main" id="{38AD60EE-39F4-95FF-2137-3727BF6242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7598116"/>
              </p:ext>
            </p:extLst>
          </p:nvPr>
        </p:nvGraphicFramePr>
        <p:xfrm>
          <a:off x="685800" y="2137228"/>
          <a:ext cx="108204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39671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201"/>
            <a:ext cx="112776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8B776-0358-81A0-F15E-9E00E030E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990599"/>
            <a:ext cx="9906000" cy="685800"/>
          </a:xfrm>
        </p:spPr>
        <p:txBody>
          <a:bodyPr anchor="t">
            <a:normAutofit/>
          </a:bodyPr>
          <a:lstStyle/>
          <a:p>
            <a:r>
              <a:rPr lang="en-US" sz="4000"/>
              <a:t>Best Practice: Rotation Design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9607CAE-5CC7-E513-C233-9314F5A2B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0251790"/>
              </p:ext>
            </p:extLst>
          </p:nvPr>
        </p:nvGraphicFramePr>
        <p:xfrm>
          <a:off x="685800" y="2137228"/>
          <a:ext cx="108204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87948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2070828-E616-4355-9C8A-A1065032B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55161C6-1218-4EAF-A9E9-A319CFD76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5747" y="1905000"/>
            <a:ext cx="4536800" cy="3141047"/>
          </a:xfrm>
          <a:custGeom>
            <a:avLst/>
            <a:gdLst>
              <a:gd name="connsiteX0" fmla="*/ 3362388 w 6230568"/>
              <a:gd name="connsiteY0" fmla="*/ 861 h 4239440"/>
              <a:gd name="connsiteX1" fmla="*/ 4026621 w 6230568"/>
              <a:gd name="connsiteY1" fmla="*/ 15392 h 4239440"/>
              <a:gd name="connsiteX2" fmla="*/ 5114556 w 6230568"/>
              <a:gd name="connsiteY2" fmla="*/ 34130 h 4239440"/>
              <a:gd name="connsiteX3" fmla="*/ 5776495 w 6230568"/>
              <a:gd name="connsiteY3" fmla="*/ 112905 h 4239440"/>
              <a:gd name="connsiteX4" fmla="*/ 5862918 w 6230568"/>
              <a:gd name="connsiteY4" fmla="*/ 141585 h 4239440"/>
              <a:gd name="connsiteX5" fmla="*/ 5840738 w 6230568"/>
              <a:gd name="connsiteY5" fmla="*/ 200475 h 4239440"/>
              <a:gd name="connsiteX6" fmla="*/ 5691219 w 6230568"/>
              <a:gd name="connsiteY6" fmla="*/ 216153 h 4239440"/>
              <a:gd name="connsiteX7" fmla="*/ 5773053 w 6230568"/>
              <a:gd name="connsiteY7" fmla="*/ 260130 h 4239440"/>
              <a:gd name="connsiteX8" fmla="*/ 5593324 w 6230568"/>
              <a:gd name="connsiteY8" fmla="*/ 293781 h 4239440"/>
              <a:gd name="connsiteX9" fmla="*/ 5617033 w 6230568"/>
              <a:gd name="connsiteY9" fmla="*/ 317108 h 4239440"/>
              <a:gd name="connsiteX10" fmla="*/ 5641124 w 6230568"/>
              <a:gd name="connsiteY10" fmla="*/ 339287 h 4239440"/>
              <a:gd name="connsiteX11" fmla="*/ 5299256 w 6230568"/>
              <a:gd name="connsiteY11" fmla="*/ 396265 h 4239440"/>
              <a:gd name="connsiteX12" fmla="*/ 5703073 w 6230568"/>
              <a:gd name="connsiteY12" fmla="*/ 500661 h 4239440"/>
              <a:gd name="connsiteX13" fmla="*/ 5629652 w 6230568"/>
              <a:gd name="connsiteY13" fmla="*/ 556874 h 4239440"/>
              <a:gd name="connsiteX14" fmla="*/ 5862918 w 6230568"/>
              <a:gd name="connsiteY14" fmla="*/ 645591 h 4239440"/>
              <a:gd name="connsiteX15" fmla="*/ 6052207 w 6230568"/>
              <a:gd name="connsiteY15" fmla="*/ 756106 h 4239440"/>
              <a:gd name="connsiteX16" fmla="*/ 6158515 w 6230568"/>
              <a:gd name="connsiteY16" fmla="*/ 901419 h 4239440"/>
              <a:gd name="connsiteX17" fmla="*/ 6195990 w 6230568"/>
              <a:gd name="connsiteY17" fmla="*/ 966427 h 4239440"/>
              <a:gd name="connsiteX18" fmla="*/ 6229642 w 6230568"/>
              <a:gd name="connsiteY18" fmla="*/ 1034878 h 4239440"/>
              <a:gd name="connsiteX19" fmla="*/ 6171516 w 6230568"/>
              <a:gd name="connsiteY19" fmla="*/ 1102946 h 4239440"/>
              <a:gd name="connsiteX20" fmla="*/ 6133659 w 6230568"/>
              <a:gd name="connsiteY20" fmla="*/ 1185545 h 4239440"/>
              <a:gd name="connsiteX21" fmla="*/ 6168458 w 6230568"/>
              <a:gd name="connsiteY21" fmla="*/ 1234110 h 4239440"/>
              <a:gd name="connsiteX22" fmla="*/ 6169222 w 6230568"/>
              <a:gd name="connsiteY22" fmla="*/ 1342712 h 4239440"/>
              <a:gd name="connsiteX23" fmla="*/ 6145131 w 6230568"/>
              <a:gd name="connsiteY23" fmla="*/ 1393954 h 4239440"/>
              <a:gd name="connsiteX24" fmla="*/ 6071709 w 6230568"/>
              <a:gd name="connsiteY24" fmla="*/ 1505233 h 4239440"/>
              <a:gd name="connsiteX25" fmla="*/ 6009378 w 6230568"/>
              <a:gd name="connsiteY25" fmla="*/ 1530089 h 4239440"/>
              <a:gd name="connsiteX26" fmla="*/ 6015879 w 6230568"/>
              <a:gd name="connsiteY26" fmla="*/ 1979030 h 4239440"/>
              <a:gd name="connsiteX27" fmla="*/ 6061385 w 6230568"/>
              <a:gd name="connsiteY27" fmla="*/ 2196234 h 4239440"/>
              <a:gd name="connsiteX28" fmla="*/ 6029263 w 6230568"/>
              <a:gd name="connsiteY28" fmla="*/ 2440972 h 4239440"/>
              <a:gd name="connsiteX29" fmla="*/ 6135571 w 6230568"/>
              <a:gd name="connsiteY29" fmla="*/ 2621848 h 4239440"/>
              <a:gd name="connsiteX30" fmla="*/ 6091594 w 6230568"/>
              <a:gd name="connsiteY30" fmla="*/ 2691446 h 4239440"/>
              <a:gd name="connsiteX31" fmla="*/ 6215493 w 6230568"/>
              <a:gd name="connsiteY31" fmla="*/ 2769456 h 4239440"/>
              <a:gd name="connsiteX32" fmla="*/ 6100389 w 6230568"/>
              <a:gd name="connsiteY32" fmla="*/ 2880352 h 4239440"/>
              <a:gd name="connsiteX33" fmla="*/ 5909953 w 6230568"/>
              <a:gd name="connsiteY33" fmla="*/ 3053963 h 4239440"/>
              <a:gd name="connsiteX34" fmla="*/ 5741696 w 6230568"/>
              <a:gd name="connsiteY34" fmla="*/ 3798118 h 4239440"/>
              <a:gd name="connsiteX35" fmla="*/ 5493899 w 6230568"/>
              <a:gd name="connsiteY35" fmla="*/ 4026795 h 4239440"/>
              <a:gd name="connsiteX36" fmla="*/ 3773471 w 6230568"/>
              <a:gd name="connsiteY36" fmla="*/ 4239028 h 4239440"/>
              <a:gd name="connsiteX37" fmla="*/ 2569285 w 6230568"/>
              <a:gd name="connsiteY37" fmla="*/ 4103275 h 4239440"/>
              <a:gd name="connsiteX38" fmla="*/ 2693948 w 6230568"/>
              <a:gd name="connsiteY38" fmla="*/ 4061593 h 4239440"/>
              <a:gd name="connsiteX39" fmla="*/ 2588788 w 6230568"/>
              <a:gd name="connsiteY39" fmla="*/ 4062358 h 4239440"/>
              <a:gd name="connsiteX40" fmla="*/ 2300073 w 6230568"/>
              <a:gd name="connsiteY40" fmla="*/ 4008822 h 4239440"/>
              <a:gd name="connsiteX41" fmla="*/ 1508500 w 6230568"/>
              <a:gd name="connsiteY41" fmla="*/ 3798118 h 4239440"/>
              <a:gd name="connsiteX42" fmla="*/ 1061089 w 6230568"/>
              <a:gd name="connsiteY42" fmla="*/ 3697546 h 4239440"/>
              <a:gd name="connsiteX43" fmla="*/ 939102 w 6230568"/>
              <a:gd name="connsiteY43" fmla="*/ 3648216 h 4239440"/>
              <a:gd name="connsiteX44" fmla="*/ 1243495 w 6230568"/>
              <a:gd name="connsiteY44" fmla="*/ 3624890 h 4239440"/>
              <a:gd name="connsiteX45" fmla="*/ 1083651 w 6230568"/>
              <a:gd name="connsiteY45" fmla="*/ 3595827 h 4239440"/>
              <a:gd name="connsiteX46" fmla="*/ 966636 w 6230568"/>
              <a:gd name="connsiteY46" fmla="*/ 3605770 h 4239440"/>
              <a:gd name="connsiteX47" fmla="*/ 885566 w 6230568"/>
              <a:gd name="connsiteY47" fmla="*/ 3609976 h 4239440"/>
              <a:gd name="connsiteX48" fmla="*/ 641976 w 6230568"/>
              <a:gd name="connsiteY48" fmla="*/ 3567912 h 4239440"/>
              <a:gd name="connsiteX49" fmla="*/ 399533 w 6230568"/>
              <a:gd name="connsiteY49" fmla="*/ 3583590 h 4239440"/>
              <a:gd name="connsiteX50" fmla="*/ 409093 w 6230568"/>
              <a:gd name="connsiteY50" fmla="*/ 3548792 h 4239440"/>
              <a:gd name="connsiteX51" fmla="*/ 792642 w 6230568"/>
              <a:gd name="connsiteY51" fmla="*/ 3417628 h 4239440"/>
              <a:gd name="connsiteX52" fmla="*/ 771610 w 6230568"/>
              <a:gd name="connsiteY52" fmla="*/ 3345736 h 4239440"/>
              <a:gd name="connsiteX53" fmla="*/ 945986 w 6230568"/>
              <a:gd name="connsiteY53" fmla="*/ 3317056 h 4239440"/>
              <a:gd name="connsiteX54" fmla="*/ 892449 w 6230568"/>
              <a:gd name="connsiteY54" fmla="*/ 3285316 h 4239440"/>
              <a:gd name="connsiteX55" fmla="*/ 949045 w 6230568"/>
              <a:gd name="connsiteY55" fmla="*/ 3262755 h 4239440"/>
              <a:gd name="connsiteX56" fmla="*/ 1252673 w 6230568"/>
              <a:gd name="connsiteY56" fmla="*/ 3200041 h 4239440"/>
              <a:gd name="connsiteX57" fmla="*/ 388825 w 6230568"/>
              <a:gd name="connsiteY57" fmla="*/ 3176714 h 4239440"/>
              <a:gd name="connsiteX58" fmla="*/ 127644 w 6230568"/>
              <a:gd name="connsiteY58" fmla="*/ 3111323 h 4239440"/>
              <a:gd name="connsiteX59" fmla="*/ 437008 w 6230568"/>
              <a:gd name="connsiteY59" fmla="*/ 2921652 h 4239440"/>
              <a:gd name="connsiteX60" fmla="*/ 601441 w 6230568"/>
              <a:gd name="connsiteY60" fmla="*/ 2840965 h 4239440"/>
              <a:gd name="connsiteX61" fmla="*/ 330700 w 6230568"/>
              <a:gd name="connsiteY61" fmla="*/ 2859320 h 4239440"/>
              <a:gd name="connsiteX62" fmla="*/ 534521 w 6230568"/>
              <a:gd name="connsiteY62" fmla="*/ 2720126 h 4239440"/>
              <a:gd name="connsiteX63" fmla="*/ 492839 w 6230568"/>
              <a:gd name="connsiteY63" fmla="*/ 2694505 h 4239440"/>
              <a:gd name="connsiteX64" fmla="*/ 416358 w 6230568"/>
              <a:gd name="connsiteY64" fmla="*/ 2677297 h 4239440"/>
              <a:gd name="connsiteX65" fmla="*/ 761285 w 6230568"/>
              <a:gd name="connsiteY65" fmla="*/ 2589726 h 4239440"/>
              <a:gd name="connsiteX66" fmla="*/ 664920 w 6230568"/>
              <a:gd name="connsiteY66" fmla="*/ 2466593 h 4239440"/>
              <a:gd name="connsiteX67" fmla="*/ 740253 w 6230568"/>
              <a:gd name="connsiteY67" fmla="*/ 2438677 h 4239440"/>
              <a:gd name="connsiteX68" fmla="*/ 650006 w 6230568"/>
              <a:gd name="connsiteY68" fmla="*/ 2435236 h 4239440"/>
              <a:gd name="connsiteX69" fmla="*/ 578879 w 6230568"/>
              <a:gd name="connsiteY69" fmla="*/ 2435618 h 4239440"/>
              <a:gd name="connsiteX70" fmla="*/ 451157 w 6230568"/>
              <a:gd name="connsiteY70" fmla="*/ 2404644 h 4239440"/>
              <a:gd name="connsiteX71" fmla="*/ 2216 w 6230568"/>
              <a:gd name="connsiteY71" fmla="*/ 2456650 h 4239440"/>
              <a:gd name="connsiteX72" fmla="*/ 97052 w 6230568"/>
              <a:gd name="connsiteY72" fmla="*/ 2383611 h 4239440"/>
              <a:gd name="connsiteX73" fmla="*/ 210626 w 6230568"/>
              <a:gd name="connsiteY73" fmla="*/ 2341930 h 4239440"/>
              <a:gd name="connsiteX74" fmla="*/ 57282 w 6230568"/>
              <a:gd name="connsiteY74" fmla="*/ 2319750 h 4239440"/>
              <a:gd name="connsiteX75" fmla="*/ 365499 w 6230568"/>
              <a:gd name="connsiteY75" fmla="*/ 2250153 h 4239440"/>
              <a:gd name="connsiteX76" fmla="*/ 290548 w 6230568"/>
              <a:gd name="connsiteY76" fmla="*/ 2187821 h 4239440"/>
              <a:gd name="connsiteX77" fmla="*/ 482896 w 6230568"/>
              <a:gd name="connsiteY77" fmla="*/ 1906755 h 4239440"/>
              <a:gd name="connsiteX78" fmla="*/ 867211 w 6230568"/>
              <a:gd name="connsiteY78" fmla="*/ 1747294 h 4239440"/>
              <a:gd name="connsiteX79" fmla="*/ 1063766 w 6230568"/>
              <a:gd name="connsiteY79" fmla="*/ 1734674 h 4239440"/>
              <a:gd name="connsiteX80" fmla="*/ 1008701 w 6230568"/>
              <a:gd name="connsiteY80" fmla="*/ 1683432 h 4239440"/>
              <a:gd name="connsiteX81" fmla="*/ 1152865 w 6230568"/>
              <a:gd name="connsiteY81" fmla="*/ 1394719 h 4239440"/>
              <a:gd name="connsiteX82" fmla="*/ 998376 w 6230568"/>
              <a:gd name="connsiteY82" fmla="*/ 1411927 h 4239440"/>
              <a:gd name="connsiteX83" fmla="*/ 206419 w 6230568"/>
              <a:gd name="connsiteY83" fmla="*/ 1424164 h 4239440"/>
              <a:gd name="connsiteX84" fmla="*/ 128027 w 6230568"/>
              <a:gd name="connsiteY84" fmla="*/ 1413074 h 4239440"/>
              <a:gd name="connsiteX85" fmla="*/ 672950 w 6230568"/>
              <a:gd name="connsiteY85" fmla="*/ 1268143 h 4239440"/>
              <a:gd name="connsiteX86" fmla="*/ 457658 w 6230568"/>
              <a:gd name="connsiteY86" fmla="*/ 1229138 h 4239440"/>
              <a:gd name="connsiteX87" fmla="*/ 407945 w 6230568"/>
              <a:gd name="connsiteY87" fmla="*/ 1213459 h 4239440"/>
              <a:gd name="connsiteX88" fmla="*/ 453451 w 6230568"/>
              <a:gd name="connsiteY88" fmla="*/ 1172924 h 4239440"/>
              <a:gd name="connsiteX89" fmla="*/ 568172 w 6230568"/>
              <a:gd name="connsiteY89" fmla="*/ 1132007 h 4239440"/>
              <a:gd name="connsiteX90" fmla="*/ 255367 w 6230568"/>
              <a:gd name="connsiteY90" fmla="*/ 1190898 h 4239440"/>
              <a:gd name="connsiteX91" fmla="*/ 277546 w 6230568"/>
              <a:gd name="connsiteY91" fmla="*/ 1128567 h 4239440"/>
              <a:gd name="connsiteX92" fmla="*/ 246572 w 6230568"/>
              <a:gd name="connsiteY92" fmla="*/ 1072353 h 4239440"/>
              <a:gd name="connsiteX93" fmla="*/ 422859 w 6230568"/>
              <a:gd name="connsiteY93" fmla="*/ 1000078 h 4239440"/>
              <a:gd name="connsiteX94" fmla="*/ 668362 w 6230568"/>
              <a:gd name="connsiteY94" fmla="*/ 858972 h 4239440"/>
              <a:gd name="connsiteX95" fmla="*/ 914629 w 6230568"/>
              <a:gd name="connsiteY95" fmla="*/ 768725 h 4239440"/>
              <a:gd name="connsiteX96" fmla="*/ 1117684 w 6230568"/>
              <a:gd name="connsiteY96" fmla="*/ 688420 h 4239440"/>
              <a:gd name="connsiteX97" fmla="*/ 928778 w 6230568"/>
              <a:gd name="connsiteY97" fmla="*/ 701040 h 4239440"/>
              <a:gd name="connsiteX98" fmla="*/ 1243877 w 6230568"/>
              <a:gd name="connsiteY98" fmla="*/ 574464 h 4239440"/>
              <a:gd name="connsiteX99" fmla="*/ 1291678 w 6230568"/>
              <a:gd name="connsiteY99" fmla="*/ 566434 h 4239440"/>
              <a:gd name="connsiteX100" fmla="*/ 1797596 w 6230568"/>
              <a:gd name="connsiteY100" fmla="*/ 476952 h 4239440"/>
              <a:gd name="connsiteX101" fmla="*/ 1895491 w 6230568"/>
              <a:gd name="connsiteY101" fmla="*/ 432593 h 4239440"/>
              <a:gd name="connsiteX102" fmla="*/ 1782682 w 6230568"/>
              <a:gd name="connsiteY102" fmla="*/ 423033 h 4239440"/>
              <a:gd name="connsiteX103" fmla="*/ 1406781 w 6230568"/>
              <a:gd name="connsiteY103" fmla="*/ 449419 h 4239440"/>
              <a:gd name="connsiteX104" fmla="*/ 1662226 w 6230568"/>
              <a:gd name="connsiteY104" fmla="*/ 393970 h 4239440"/>
              <a:gd name="connsiteX105" fmla="*/ 1383837 w 6230568"/>
              <a:gd name="connsiteY105" fmla="*/ 376762 h 4239440"/>
              <a:gd name="connsiteX106" fmla="*/ 1318063 w 6230568"/>
              <a:gd name="connsiteY106" fmla="*/ 333168 h 4239440"/>
              <a:gd name="connsiteX107" fmla="*/ 1365099 w 6230568"/>
              <a:gd name="connsiteY107" fmla="*/ 290722 h 4239440"/>
              <a:gd name="connsiteX108" fmla="*/ 1536798 w 6230568"/>
              <a:gd name="connsiteY108" fmla="*/ 244069 h 4239440"/>
              <a:gd name="connsiteX109" fmla="*/ 1711938 w 6230568"/>
              <a:gd name="connsiteY109" fmla="*/ 175619 h 4239440"/>
              <a:gd name="connsiteX110" fmla="*/ 2273687 w 6230568"/>
              <a:gd name="connsiteY110" fmla="*/ 78488 h 4239440"/>
              <a:gd name="connsiteX111" fmla="*/ 2646913 w 6230568"/>
              <a:gd name="connsiteY111" fmla="*/ 46749 h 4239440"/>
              <a:gd name="connsiteX112" fmla="*/ 3362388 w 6230568"/>
              <a:gd name="connsiteY112" fmla="*/ 861 h 4239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230568" h="4239440">
                <a:moveTo>
                  <a:pt x="3362388" y="861"/>
                </a:moveTo>
                <a:cubicBezTo>
                  <a:pt x="3584946" y="-3346"/>
                  <a:pt x="3805210" y="8891"/>
                  <a:pt x="4026621" y="15392"/>
                </a:cubicBezTo>
                <a:cubicBezTo>
                  <a:pt x="4388374" y="26482"/>
                  <a:pt x="4752039" y="26099"/>
                  <a:pt x="5114556" y="34130"/>
                </a:cubicBezTo>
                <a:cubicBezTo>
                  <a:pt x="5340556" y="39101"/>
                  <a:pt x="5563879" y="57074"/>
                  <a:pt x="5776495" y="112905"/>
                </a:cubicBezTo>
                <a:cubicBezTo>
                  <a:pt x="5806322" y="120935"/>
                  <a:pt x="5839973" y="122465"/>
                  <a:pt x="5862918" y="141585"/>
                </a:cubicBezTo>
                <a:cubicBezTo>
                  <a:pt x="5888539" y="162999"/>
                  <a:pt x="5878214" y="194356"/>
                  <a:pt x="5840738" y="200475"/>
                </a:cubicBezTo>
                <a:cubicBezTo>
                  <a:pt x="5792938" y="208505"/>
                  <a:pt x="5743991" y="210800"/>
                  <a:pt x="5691219" y="216153"/>
                </a:cubicBezTo>
                <a:cubicBezTo>
                  <a:pt x="5711486" y="245598"/>
                  <a:pt x="5760434" y="223419"/>
                  <a:pt x="5773053" y="260130"/>
                </a:cubicBezTo>
                <a:cubicBezTo>
                  <a:pt x="5716458" y="285368"/>
                  <a:pt x="5648008" y="268925"/>
                  <a:pt x="5593324" y="293781"/>
                </a:cubicBezTo>
                <a:cubicBezTo>
                  <a:pt x="5594854" y="310989"/>
                  <a:pt x="5607090" y="312519"/>
                  <a:pt x="5617033" y="317108"/>
                </a:cubicBezTo>
                <a:cubicBezTo>
                  <a:pt x="5626976" y="321314"/>
                  <a:pt x="5651831" y="315196"/>
                  <a:pt x="5641124" y="339287"/>
                </a:cubicBezTo>
                <a:cubicBezTo>
                  <a:pt x="5527551" y="353818"/>
                  <a:pt x="5418949" y="403148"/>
                  <a:pt x="5299256" y="396265"/>
                </a:cubicBezTo>
                <a:cubicBezTo>
                  <a:pt x="5447247" y="409649"/>
                  <a:pt x="5572292" y="464333"/>
                  <a:pt x="5703073" y="500661"/>
                </a:cubicBezTo>
                <a:cubicBezTo>
                  <a:pt x="5697720" y="543490"/>
                  <a:pt x="5644949" y="526282"/>
                  <a:pt x="5629652" y="556874"/>
                </a:cubicBezTo>
                <a:cubicBezTo>
                  <a:pt x="5713398" y="578288"/>
                  <a:pt x="5793703" y="603527"/>
                  <a:pt x="5862918" y="645591"/>
                </a:cubicBezTo>
                <a:cubicBezTo>
                  <a:pt x="5925250" y="683449"/>
                  <a:pt x="5984521" y="725131"/>
                  <a:pt x="6052207" y="756106"/>
                </a:cubicBezTo>
                <a:cubicBezTo>
                  <a:pt x="6123334" y="788611"/>
                  <a:pt x="6166545" y="830293"/>
                  <a:pt x="6158515" y="901419"/>
                </a:cubicBezTo>
                <a:cubicBezTo>
                  <a:pt x="6155073" y="930482"/>
                  <a:pt x="6164251" y="954955"/>
                  <a:pt x="6195990" y="966427"/>
                </a:cubicBezTo>
                <a:cubicBezTo>
                  <a:pt x="6235378" y="980576"/>
                  <a:pt x="6231172" y="1001990"/>
                  <a:pt x="6229642" y="1034878"/>
                </a:cubicBezTo>
                <a:cubicBezTo>
                  <a:pt x="6227347" y="1074265"/>
                  <a:pt x="6207080" y="1089562"/>
                  <a:pt x="6171516" y="1102946"/>
                </a:cubicBezTo>
                <a:cubicBezTo>
                  <a:pt x="6120657" y="1121682"/>
                  <a:pt x="6120274" y="1150745"/>
                  <a:pt x="6133659" y="1185545"/>
                </a:cubicBezTo>
                <a:cubicBezTo>
                  <a:pt x="6140925" y="1204664"/>
                  <a:pt x="6152014" y="1219961"/>
                  <a:pt x="6168458" y="1234110"/>
                </a:cubicBezTo>
                <a:cubicBezTo>
                  <a:pt x="6225435" y="1283439"/>
                  <a:pt x="6225053" y="1284204"/>
                  <a:pt x="6169222" y="1342712"/>
                </a:cubicBezTo>
                <a:cubicBezTo>
                  <a:pt x="6154308" y="1358390"/>
                  <a:pt x="6138247" y="1368715"/>
                  <a:pt x="6145131" y="1393954"/>
                </a:cubicBezTo>
                <a:cubicBezTo>
                  <a:pt x="6168458" y="1477700"/>
                  <a:pt x="6165398" y="1477700"/>
                  <a:pt x="6071709" y="1505233"/>
                </a:cubicBezTo>
                <a:cubicBezTo>
                  <a:pt x="6050295" y="1511734"/>
                  <a:pt x="6021615" y="1505998"/>
                  <a:pt x="6009378" y="1530089"/>
                </a:cubicBezTo>
                <a:cubicBezTo>
                  <a:pt x="6017026" y="1547680"/>
                  <a:pt x="5999053" y="1972146"/>
                  <a:pt x="6015879" y="1979030"/>
                </a:cubicBezTo>
                <a:cubicBezTo>
                  <a:pt x="6147425" y="2032948"/>
                  <a:pt x="6163868" y="2096427"/>
                  <a:pt x="6061385" y="2196234"/>
                </a:cubicBezTo>
                <a:cubicBezTo>
                  <a:pt x="5992552" y="2263155"/>
                  <a:pt x="6000582" y="2372522"/>
                  <a:pt x="6029263" y="2440972"/>
                </a:cubicBezTo>
                <a:cubicBezTo>
                  <a:pt x="6137482" y="2471182"/>
                  <a:pt x="6113774" y="2551486"/>
                  <a:pt x="6135571" y="2621848"/>
                </a:cubicBezTo>
                <a:cubicBezTo>
                  <a:pt x="6151632" y="2674620"/>
                  <a:pt x="6088535" y="2667354"/>
                  <a:pt x="6091594" y="2691446"/>
                </a:cubicBezTo>
                <a:cubicBezTo>
                  <a:pt x="6131364" y="2720508"/>
                  <a:pt x="6184518" y="2729686"/>
                  <a:pt x="6215493" y="2769456"/>
                </a:cubicBezTo>
                <a:cubicBezTo>
                  <a:pt x="6159662" y="2798518"/>
                  <a:pt x="6131364" y="2839435"/>
                  <a:pt x="6100389" y="2880352"/>
                </a:cubicBezTo>
                <a:cubicBezTo>
                  <a:pt x="6050295" y="2946890"/>
                  <a:pt x="5982227" y="3003103"/>
                  <a:pt x="5909953" y="3053963"/>
                </a:cubicBezTo>
                <a:cubicBezTo>
                  <a:pt x="5873243" y="3408068"/>
                  <a:pt x="5754698" y="3779763"/>
                  <a:pt x="5741696" y="3798118"/>
                </a:cubicBezTo>
                <a:cubicBezTo>
                  <a:pt x="5688160" y="3792764"/>
                  <a:pt x="5584146" y="4006910"/>
                  <a:pt x="5493899" y="4026795"/>
                </a:cubicBezTo>
                <a:cubicBezTo>
                  <a:pt x="5399063" y="4048592"/>
                  <a:pt x="3988763" y="4249736"/>
                  <a:pt x="3773471" y="4239028"/>
                </a:cubicBezTo>
                <a:cubicBezTo>
                  <a:pt x="2603319" y="4182050"/>
                  <a:pt x="2569285" y="4103275"/>
                  <a:pt x="2569285" y="4103275"/>
                </a:cubicBezTo>
                <a:cubicBezTo>
                  <a:pt x="2569285" y="4103275"/>
                  <a:pt x="2635823" y="4083773"/>
                  <a:pt x="2693948" y="4061593"/>
                </a:cubicBezTo>
                <a:cubicBezTo>
                  <a:pt x="2658767" y="4062741"/>
                  <a:pt x="2623587" y="4063505"/>
                  <a:pt x="2588788" y="4062358"/>
                </a:cubicBezTo>
                <a:cubicBezTo>
                  <a:pt x="2319193" y="4054328"/>
                  <a:pt x="2565461" y="4039414"/>
                  <a:pt x="2300073" y="4008822"/>
                </a:cubicBezTo>
                <a:cubicBezTo>
                  <a:pt x="1852280" y="3957198"/>
                  <a:pt x="1919582" y="3943813"/>
                  <a:pt x="1508500" y="3798118"/>
                </a:cubicBezTo>
                <a:cubicBezTo>
                  <a:pt x="1472171" y="3785116"/>
                  <a:pt x="1217109" y="3706342"/>
                  <a:pt x="1061089" y="3697546"/>
                </a:cubicBezTo>
                <a:cubicBezTo>
                  <a:pt x="1019790" y="3695252"/>
                  <a:pt x="974667" y="3696017"/>
                  <a:pt x="939102" y="3648216"/>
                </a:cubicBezTo>
                <a:cubicBezTo>
                  <a:pt x="1048088" y="3649746"/>
                  <a:pt x="1141776" y="3649746"/>
                  <a:pt x="1243495" y="3624890"/>
                </a:cubicBezTo>
                <a:cubicBezTo>
                  <a:pt x="1189194" y="3590473"/>
                  <a:pt x="1126862" y="3619919"/>
                  <a:pt x="1083651" y="3595827"/>
                </a:cubicBezTo>
                <a:cubicBezTo>
                  <a:pt x="1043116" y="3573648"/>
                  <a:pt x="1007935" y="3570589"/>
                  <a:pt x="966636" y="3605770"/>
                </a:cubicBezTo>
                <a:cubicBezTo>
                  <a:pt x="945221" y="3624125"/>
                  <a:pt x="907363" y="3620683"/>
                  <a:pt x="885566" y="3609976"/>
                </a:cubicBezTo>
                <a:cubicBezTo>
                  <a:pt x="768933" y="3552233"/>
                  <a:pt x="771610" y="3552998"/>
                  <a:pt x="641976" y="3567912"/>
                </a:cubicBezTo>
                <a:cubicBezTo>
                  <a:pt x="559377" y="3577089"/>
                  <a:pt x="475248" y="3593533"/>
                  <a:pt x="399533" y="3583590"/>
                </a:cubicBezTo>
                <a:cubicBezTo>
                  <a:pt x="389973" y="3561793"/>
                  <a:pt x="398385" y="3551851"/>
                  <a:pt x="409093" y="3548792"/>
                </a:cubicBezTo>
                <a:cubicBezTo>
                  <a:pt x="583468" y="3501374"/>
                  <a:pt x="615972" y="3447073"/>
                  <a:pt x="792642" y="3417628"/>
                </a:cubicBezTo>
                <a:cubicBezTo>
                  <a:pt x="805644" y="3384359"/>
                  <a:pt x="741400" y="3378622"/>
                  <a:pt x="771610" y="3345736"/>
                </a:cubicBezTo>
                <a:cubicBezTo>
                  <a:pt x="826676" y="3320115"/>
                  <a:pt x="891302" y="3350325"/>
                  <a:pt x="945986" y="3317056"/>
                </a:cubicBezTo>
                <a:cubicBezTo>
                  <a:pt x="936426" y="3293347"/>
                  <a:pt x="890537" y="3310555"/>
                  <a:pt x="892449" y="3285316"/>
                </a:cubicBezTo>
                <a:cubicBezTo>
                  <a:pt x="894744" y="3256254"/>
                  <a:pt x="926866" y="3260843"/>
                  <a:pt x="949045" y="3262755"/>
                </a:cubicBezTo>
                <a:cubicBezTo>
                  <a:pt x="1056500" y="3272697"/>
                  <a:pt x="1149806" y="3218396"/>
                  <a:pt x="1252673" y="3200041"/>
                </a:cubicBezTo>
                <a:cubicBezTo>
                  <a:pt x="1142923" y="3154152"/>
                  <a:pt x="503164" y="3190863"/>
                  <a:pt x="388825" y="3176714"/>
                </a:cubicBezTo>
                <a:cubicBezTo>
                  <a:pt x="269133" y="3162183"/>
                  <a:pt x="78697" y="3123560"/>
                  <a:pt x="127644" y="3111323"/>
                </a:cubicBezTo>
                <a:cubicBezTo>
                  <a:pt x="183093" y="3097175"/>
                  <a:pt x="380795" y="2929300"/>
                  <a:pt x="437008" y="2921652"/>
                </a:cubicBezTo>
                <a:cubicBezTo>
                  <a:pt x="502399" y="2912857"/>
                  <a:pt x="515401" y="2901002"/>
                  <a:pt x="601441" y="2840965"/>
                </a:cubicBezTo>
                <a:cubicBezTo>
                  <a:pt x="658037" y="2801577"/>
                  <a:pt x="422477" y="2887235"/>
                  <a:pt x="330700" y="2859320"/>
                </a:cubicBezTo>
                <a:cubicBezTo>
                  <a:pt x="297049" y="2848995"/>
                  <a:pt x="534521" y="2740010"/>
                  <a:pt x="534521" y="2720126"/>
                </a:cubicBezTo>
                <a:cubicBezTo>
                  <a:pt x="534521" y="2699093"/>
                  <a:pt x="513106" y="2694505"/>
                  <a:pt x="492839" y="2694505"/>
                </a:cubicBezTo>
                <a:cubicBezTo>
                  <a:pt x="447715" y="2694505"/>
                  <a:pt x="461482" y="2676149"/>
                  <a:pt x="416358" y="2677297"/>
                </a:cubicBezTo>
                <a:cubicBezTo>
                  <a:pt x="548670" y="2624143"/>
                  <a:pt x="630504" y="2638292"/>
                  <a:pt x="761285" y="2589726"/>
                </a:cubicBezTo>
                <a:cubicBezTo>
                  <a:pt x="825147" y="2566017"/>
                  <a:pt x="599147" y="2487242"/>
                  <a:pt x="664920" y="2466593"/>
                </a:cubicBezTo>
                <a:cubicBezTo>
                  <a:pt x="689776" y="2458562"/>
                  <a:pt x="723045" y="2466975"/>
                  <a:pt x="740253" y="2438677"/>
                </a:cubicBezTo>
                <a:cubicBezTo>
                  <a:pt x="713103" y="2416116"/>
                  <a:pt x="677157" y="2426058"/>
                  <a:pt x="650006" y="2435236"/>
                </a:cubicBezTo>
                <a:cubicBezTo>
                  <a:pt x="580791" y="2458945"/>
                  <a:pt x="585763" y="2453209"/>
                  <a:pt x="578879" y="2435618"/>
                </a:cubicBezTo>
                <a:cubicBezTo>
                  <a:pt x="556318" y="2375581"/>
                  <a:pt x="500487" y="2394701"/>
                  <a:pt x="451157" y="2404644"/>
                </a:cubicBezTo>
                <a:cubicBezTo>
                  <a:pt x="302020" y="2434471"/>
                  <a:pt x="150971" y="2426058"/>
                  <a:pt x="2216" y="2456650"/>
                </a:cubicBezTo>
                <a:cubicBezTo>
                  <a:pt x="-13844" y="2460092"/>
                  <a:pt x="61489" y="2391642"/>
                  <a:pt x="97052" y="2383611"/>
                </a:cubicBezTo>
                <a:cubicBezTo>
                  <a:pt x="135675" y="2375199"/>
                  <a:pt x="183093" y="2381317"/>
                  <a:pt x="210626" y="2341930"/>
                </a:cubicBezTo>
                <a:cubicBezTo>
                  <a:pt x="161678" y="2331987"/>
                  <a:pt x="105848" y="2351107"/>
                  <a:pt x="57282" y="2319750"/>
                </a:cubicBezTo>
                <a:cubicBezTo>
                  <a:pt x="165120" y="2276539"/>
                  <a:pt x="272575" y="2278068"/>
                  <a:pt x="365499" y="2250153"/>
                </a:cubicBezTo>
                <a:cubicBezTo>
                  <a:pt x="373912" y="2198529"/>
                  <a:pt x="312727" y="2217266"/>
                  <a:pt x="290548" y="2187821"/>
                </a:cubicBezTo>
                <a:cubicBezTo>
                  <a:pt x="990345" y="2137344"/>
                  <a:pt x="599529" y="1988207"/>
                  <a:pt x="482896" y="1906755"/>
                </a:cubicBezTo>
                <a:cubicBezTo>
                  <a:pt x="443891" y="1879605"/>
                  <a:pt x="853827" y="1750735"/>
                  <a:pt x="867211" y="1747294"/>
                </a:cubicBezTo>
                <a:cubicBezTo>
                  <a:pt x="901245" y="1739263"/>
                  <a:pt x="1036233" y="1744999"/>
                  <a:pt x="1063766" y="1734674"/>
                </a:cubicBezTo>
                <a:cubicBezTo>
                  <a:pt x="1098947" y="1721673"/>
                  <a:pt x="982696" y="1699111"/>
                  <a:pt x="1008701" y="1683432"/>
                </a:cubicBezTo>
                <a:cubicBezTo>
                  <a:pt x="1191107" y="1572918"/>
                  <a:pt x="1204107" y="1406573"/>
                  <a:pt x="1152865" y="1394719"/>
                </a:cubicBezTo>
                <a:cubicBezTo>
                  <a:pt x="1099712" y="1382482"/>
                  <a:pt x="1047706" y="1392042"/>
                  <a:pt x="998376" y="1411927"/>
                </a:cubicBezTo>
                <a:cubicBezTo>
                  <a:pt x="918070" y="1444431"/>
                  <a:pt x="362057" y="1398160"/>
                  <a:pt x="206419" y="1424164"/>
                </a:cubicBezTo>
                <a:cubicBezTo>
                  <a:pt x="182710" y="1427988"/>
                  <a:pt x="150589" y="1445196"/>
                  <a:pt x="128027" y="1413074"/>
                </a:cubicBezTo>
                <a:cubicBezTo>
                  <a:pt x="288254" y="1309060"/>
                  <a:pt x="493986" y="1338888"/>
                  <a:pt x="672950" y="1268143"/>
                </a:cubicBezTo>
                <a:cubicBezTo>
                  <a:pt x="602588" y="1219578"/>
                  <a:pt x="531079" y="1221873"/>
                  <a:pt x="457658" y="1229138"/>
                </a:cubicBezTo>
                <a:cubicBezTo>
                  <a:pt x="438538" y="1231050"/>
                  <a:pt x="412534" y="1233727"/>
                  <a:pt x="407945" y="1213459"/>
                </a:cubicBezTo>
                <a:cubicBezTo>
                  <a:pt x="402209" y="1187838"/>
                  <a:pt x="433184" y="1183250"/>
                  <a:pt x="453451" y="1172924"/>
                </a:cubicBezTo>
                <a:cubicBezTo>
                  <a:pt x="484426" y="1156863"/>
                  <a:pt x="530314" y="1175984"/>
                  <a:pt x="568172" y="1132007"/>
                </a:cubicBezTo>
                <a:cubicBezTo>
                  <a:pt x="453451" y="1142333"/>
                  <a:pt x="356704" y="1160305"/>
                  <a:pt x="255367" y="1190898"/>
                </a:cubicBezTo>
                <a:cubicBezTo>
                  <a:pt x="264162" y="1163747"/>
                  <a:pt x="294754" y="1151128"/>
                  <a:pt x="277546" y="1128567"/>
                </a:cubicBezTo>
                <a:cubicBezTo>
                  <a:pt x="264545" y="1111740"/>
                  <a:pt x="227452" y="1103709"/>
                  <a:pt x="246572" y="1072353"/>
                </a:cubicBezTo>
                <a:cubicBezTo>
                  <a:pt x="300490" y="1039083"/>
                  <a:pt x="376971" y="1047879"/>
                  <a:pt x="422859" y="1000078"/>
                </a:cubicBezTo>
                <a:cubicBezTo>
                  <a:pt x="487868" y="932012"/>
                  <a:pt x="588822" y="908684"/>
                  <a:pt x="668362" y="858972"/>
                </a:cubicBezTo>
                <a:cubicBezTo>
                  <a:pt x="694747" y="842911"/>
                  <a:pt x="867976" y="786699"/>
                  <a:pt x="914629" y="768725"/>
                </a:cubicBezTo>
                <a:cubicBezTo>
                  <a:pt x="979637" y="743486"/>
                  <a:pt x="1053823" y="734691"/>
                  <a:pt x="1117684" y="688420"/>
                </a:cubicBezTo>
                <a:cubicBezTo>
                  <a:pt x="1054970" y="678860"/>
                  <a:pt x="1004112" y="722072"/>
                  <a:pt x="928778" y="701040"/>
                </a:cubicBezTo>
                <a:cubicBezTo>
                  <a:pt x="1048088" y="656299"/>
                  <a:pt x="1157454" y="636031"/>
                  <a:pt x="1243877" y="574464"/>
                </a:cubicBezTo>
                <a:cubicBezTo>
                  <a:pt x="1254585" y="566816"/>
                  <a:pt x="1275617" y="569111"/>
                  <a:pt x="1291678" y="566434"/>
                </a:cubicBezTo>
                <a:cubicBezTo>
                  <a:pt x="1460699" y="539283"/>
                  <a:pt x="1630486" y="516339"/>
                  <a:pt x="1797596" y="476952"/>
                </a:cubicBezTo>
                <a:cubicBezTo>
                  <a:pt x="1835454" y="467774"/>
                  <a:pt x="1902374" y="465480"/>
                  <a:pt x="1895491" y="432593"/>
                </a:cubicBezTo>
                <a:cubicBezTo>
                  <a:pt x="1885166" y="383263"/>
                  <a:pt x="1822835" y="418444"/>
                  <a:pt x="1782682" y="423033"/>
                </a:cubicBezTo>
                <a:cubicBezTo>
                  <a:pt x="1658019" y="437947"/>
                  <a:pt x="1533356" y="463950"/>
                  <a:pt x="1406781" y="449419"/>
                </a:cubicBezTo>
                <a:cubicBezTo>
                  <a:pt x="1492056" y="431064"/>
                  <a:pt x="1576950" y="412326"/>
                  <a:pt x="1662226" y="393970"/>
                </a:cubicBezTo>
                <a:cubicBezTo>
                  <a:pt x="1564330" y="400471"/>
                  <a:pt x="1479055" y="357642"/>
                  <a:pt x="1383837" y="376762"/>
                </a:cubicBezTo>
                <a:cubicBezTo>
                  <a:pt x="1353244" y="382881"/>
                  <a:pt x="1321123" y="363378"/>
                  <a:pt x="1318063" y="333168"/>
                </a:cubicBezTo>
                <a:cubicBezTo>
                  <a:pt x="1314622" y="309077"/>
                  <a:pt x="1343302" y="298370"/>
                  <a:pt x="1365099" y="290722"/>
                </a:cubicBezTo>
                <a:cubicBezTo>
                  <a:pt x="1420930" y="271219"/>
                  <a:pt x="1465288" y="213477"/>
                  <a:pt x="1536798" y="244069"/>
                </a:cubicBezTo>
                <a:cubicBezTo>
                  <a:pt x="1581921" y="195886"/>
                  <a:pt x="1653813" y="188238"/>
                  <a:pt x="1711938" y="175619"/>
                </a:cubicBezTo>
                <a:cubicBezTo>
                  <a:pt x="1897403" y="135849"/>
                  <a:pt x="2085546" y="104874"/>
                  <a:pt x="2273687" y="78488"/>
                </a:cubicBezTo>
                <a:cubicBezTo>
                  <a:pt x="2397204" y="61280"/>
                  <a:pt x="2524544" y="68546"/>
                  <a:pt x="2646913" y="46749"/>
                </a:cubicBezTo>
                <a:cubicBezTo>
                  <a:pt x="2886297" y="4302"/>
                  <a:pt x="3124151" y="5450"/>
                  <a:pt x="3362388" y="861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C3DD0E-42F6-B0A1-14F6-3B77E9C52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95427"/>
            <a:ext cx="3733800" cy="4024310"/>
          </a:xfrm>
        </p:spPr>
        <p:txBody>
          <a:bodyPr>
            <a:normAutofit/>
          </a:bodyPr>
          <a:lstStyle/>
          <a:p>
            <a:r>
              <a:rPr lang="en-US" dirty="0"/>
              <a:t>Best Practice: Alerting and Tooling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9505DAF6-6BBC-20FC-6113-41F9296BDB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1490929"/>
              </p:ext>
            </p:extLst>
          </p:nvPr>
        </p:nvGraphicFramePr>
        <p:xfrm>
          <a:off x="4702547" y="609600"/>
          <a:ext cx="6651253" cy="55673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81866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DED6BC-9A3E-48D4-AD7C-A56D63F54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B6E033A-DB2E-49B8-B600-B38E0C280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3235" y="1371600"/>
            <a:ext cx="4529312" cy="3589977"/>
          </a:xfrm>
          <a:custGeom>
            <a:avLst/>
            <a:gdLst>
              <a:gd name="connsiteX0" fmla="*/ 5462602 w 5470628"/>
              <a:gd name="connsiteY0" fmla="*/ 1413608 h 3193741"/>
              <a:gd name="connsiteX1" fmla="*/ 5465724 w 5470628"/>
              <a:gd name="connsiteY1" fmla="*/ 1421881 h 3193741"/>
              <a:gd name="connsiteX2" fmla="*/ 5465025 w 5470628"/>
              <a:gd name="connsiteY2" fmla="*/ 1466556 h 3193741"/>
              <a:gd name="connsiteX3" fmla="*/ 5463208 w 5470628"/>
              <a:gd name="connsiteY3" fmla="*/ 1466226 h 3193741"/>
              <a:gd name="connsiteX4" fmla="*/ 5463242 w 5470628"/>
              <a:gd name="connsiteY4" fmla="*/ 1451866 h 3193741"/>
              <a:gd name="connsiteX5" fmla="*/ 5462894 w 5470628"/>
              <a:gd name="connsiteY5" fmla="*/ 1423194 h 3193741"/>
              <a:gd name="connsiteX6" fmla="*/ 5461417 w 5470628"/>
              <a:gd name="connsiteY6" fmla="*/ 1391849 h 3193741"/>
              <a:gd name="connsiteX7" fmla="*/ 5462246 w 5470628"/>
              <a:gd name="connsiteY7" fmla="*/ 1401944 h 3193741"/>
              <a:gd name="connsiteX8" fmla="*/ 5462602 w 5470628"/>
              <a:gd name="connsiteY8" fmla="*/ 1413608 h 3193741"/>
              <a:gd name="connsiteX9" fmla="*/ 5459078 w 5470628"/>
              <a:gd name="connsiteY9" fmla="*/ 1404268 h 3193741"/>
              <a:gd name="connsiteX10" fmla="*/ 5460137 w 5470628"/>
              <a:gd name="connsiteY10" fmla="*/ 1393780 h 3193741"/>
              <a:gd name="connsiteX11" fmla="*/ 5461417 w 5470628"/>
              <a:gd name="connsiteY11" fmla="*/ 1391849 h 3193741"/>
              <a:gd name="connsiteX12" fmla="*/ 614271 w 5470628"/>
              <a:gd name="connsiteY12" fmla="*/ 1052206 h 3193741"/>
              <a:gd name="connsiteX13" fmla="*/ 611497 w 5470628"/>
              <a:gd name="connsiteY13" fmla="*/ 1055389 h 3193741"/>
              <a:gd name="connsiteX14" fmla="*/ 630277 w 5470628"/>
              <a:gd name="connsiteY14" fmla="*/ 1065215 h 3193741"/>
              <a:gd name="connsiteX15" fmla="*/ 651856 w 5470628"/>
              <a:gd name="connsiteY15" fmla="*/ 1067584 h 3193741"/>
              <a:gd name="connsiteX16" fmla="*/ 614271 w 5470628"/>
              <a:gd name="connsiteY16" fmla="*/ 1052206 h 3193741"/>
              <a:gd name="connsiteX17" fmla="*/ 810628 w 5470628"/>
              <a:gd name="connsiteY17" fmla="*/ 695550 h 3193741"/>
              <a:gd name="connsiteX18" fmla="*/ 1033084 w 5470628"/>
              <a:gd name="connsiteY18" fmla="*/ 791270 h 3193741"/>
              <a:gd name="connsiteX19" fmla="*/ 1036153 w 5470628"/>
              <a:gd name="connsiteY19" fmla="*/ 788050 h 3193741"/>
              <a:gd name="connsiteX20" fmla="*/ 810628 w 5470628"/>
              <a:gd name="connsiteY20" fmla="*/ 695550 h 3193741"/>
              <a:gd name="connsiteX21" fmla="*/ 4850908 w 5470628"/>
              <a:gd name="connsiteY21" fmla="*/ 727 h 3193741"/>
              <a:gd name="connsiteX22" fmla="*/ 4858584 w 5470628"/>
              <a:gd name="connsiteY22" fmla="*/ 13795 h 3193741"/>
              <a:gd name="connsiteX23" fmla="*/ 4843408 w 5470628"/>
              <a:gd name="connsiteY23" fmla="*/ 37224 h 3193741"/>
              <a:gd name="connsiteX24" fmla="*/ 4871062 w 5470628"/>
              <a:gd name="connsiteY24" fmla="*/ 78954 h 3193741"/>
              <a:gd name="connsiteX25" fmla="*/ 4989038 w 5470628"/>
              <a:gd name="connsiteY25" fmla="*/ 66799 h 3193741"/>
              <a:gd name="connsiteX26" fmla="*/ 5002636 w 5470628"/>
              <a:gd name="connsiteY26" fmla="*/ 79388 h 3193741"/>
              <a:gd name="connsiteX27" fmla="*/ 5008332 w 5470628"/>
              <a:gd name="connsiteY27" fmla="*/ 140859 h 3193741"/>
              <a:gd name="connsiteX28" fmla="*/ 5014326 w 5470628"/>
              <a:gd name="connsiteY28" fmla="*/ 155555 h 3193741"/>
              <a:gd name="connsiteX29" fmla="*/ 5030704 w 5470628"/>
              <a:gd name="connsiteY29" fmla="*/ 221190 h 3193741"/>
              <a:gd name="connsiteX30" fmla="*/ 5097262 w 5470628"/>
              <a:gd name="connsiteY30" fmla="*/ 317759 h 3193741"/>
              <a:gd name="connsiteX31" fmla="*/ 5165084 w 5470628"/>
              <a:gd name="connsiteY31" fmla="*/ 373367 h 3193741"/>
              <a:gd name="connsiteX32" fmla="*/ 5174137 w 5470628"/>
              <a:gd name="connsiteY32" fmla="*/ 389353 h 3193741"/>
              <a:gd name="connsiteX33" fmla="*/ 5192507 w 5470628"/>
              <a:gd name="connsiteY33" fmla="*/ 453561 h 3193741"/>
              <a:gd name="connsiteX34" fmla="*/ 5187160 w 5470628"/>
              <a:gd name="connsiteY34" fmla="*/ 467732 h 3193741"/>
              <a:gd name="connsiteX35" fmla="*/ 5160106 w 5470628"/>
              <a:gd name="connsiteY35" fmla="*/ 486904 h 3193741"/>
              <a:gd name="connsiteX36" fmla="*/ 5138948 w 5470628"/>
              <a:gd name="connsiteY36" fmla="*/ 528614 h 3193741"/>
              <a:gd name="connsiteX37" fmla="*/ 5097016 w 5470628"/>
              <a:gd name="connsiteY37" fmla="*/ 589923 h 3193741"/>
              <a:gd name="connsiteX38" fmla="*/ 5075869 w 5470628"/>
              <a:gd name="connsiteY38" fmla="*/ 608381 h 3193741"/>
              <a:gd name="connsiteX39" fmla="*/ 5093172 w 5470628"/>
              <a:gd name="connsiteY39" fmla="*/ 618385 h 3193741"/>
              <a:gd name="connsiteX40" fmla="*/ 5153518 w 5470628"/>
              <a:gd name="connsiteY40" fmla="*/ 687474 h 3193741"/>
              <a:gd name="connsiteX41" fmla="*/ 5074984 w 5470628"/>
              <a:gd name="connsiteY41" fmla="*/ 776941 h 3193741"/>
              <a:gd name="connsiteX42" fmla="*/ 5033348 w 5470628"/>
              <a:gd name="connsiteY42" fmla="*/ 805473 h 3193741"/>
              <a:gd name="connsiteX43" fmla="*/ 5116847 w 5470628"/>
              <a:gd name="connsiteY43" fmla="*/ 803426 h 3193741"/>
              <a:gd name="connsiteX44" fmla="*/ 5147902 w 5470628"/>
              <a:gd name="connsiteY44" fmla="*/ 833118 h 3193741"/>
              <a:gd name="connsiteX45" fmla="*/ 5161665 w 5470628"/>
              <a:gd name="connsiteY45" fmla="*/ 848297 h 3193741"/>
              <a:gd name="connsiteX46" fmla="*/ 5246520 w 5470628"/>
              <a:gd name="connsiteY46" fmla="*/ 942412 h 3193741"/>
              <a:gd name="connsiteX47" fmla="*/ 5235368 w 5470628"/>
              <a:gd name="connsiteY47" fmla="*/ 972946 h 3193741"/>
              <a:gd name="connsiteX48" fmla="*/ 5113739 w 5470628"/>
              <a:gd name="connsiteY48" fmla="*/ 1128845 h 3193741"/>
              <a:gd name="connsiteX49" fmla="*/ 5255034 w 5470628"/>
              <a:gd name="connsiteY49" fmla="*/ 1151117 h 3193741"/>
              <a:gd name="connsiteX50" fmla="*/ 5267513 w 5470628"/>
              <a:gd name="connsiteY50" fmla="*/ 1216275 h 3193741"/>
              <a:gd name="connsiteX51" fmla="*/ 5343113 w 5470628"/>
              <a:gd name="connsiteY51" fmla="*/ 1281854 h 3193741"/>
              <a:gd name="connsiteX52" fmla="*/ 5452014 w 5470628"/>
              <a:gd name="connsiteY52" fmla="*/ 1385543 h 3193741"/>
              <a:gd name="connsiteX53" fmla="*/ 5459078 w 5470628"/>
              <a:gd name="connsiteY53" fmla="*/ 1404268 h 3193741"/>
              <a:gd name="connsiteX54" fmla="*/ 5458838 w 5470628"/>
              <a:gd name="connsiteY54" fmla="*/ 1406644 h 3193741"/>
              <a:gd name="connsiteX55" fmla="*/ 5455752 w 5470628"/>
              <a:gd name="connsiteY55" fmla="*/ 1450751 h 3193741"/>
              <a:gd name="connsiteX56" fmla="*/ 5454594 w 5470628"/>
              <a:gd name="connsiteY56" fmla="*/ 1464662 h 3193741"/>
              <a:gd name="connsiteX57" fmla="*/ 5447215 w 5470628"/>
              <a:gd name="connsiteY57" fmla="*/ 1463321 h 3193741"/>
              <a:gd name="connsiteX58" fmla="*/ 5433934 w 5470628"/>
              <a:gd name="connsiteY58" fmla="*/ 1458428 h 3193741"/>
              <a:gd name="connsiteX59" fmla="*/ 5424276 w 5470628"/>
              <a:gd name="connsiteY59" fmla="*/ 1477014 h 3193741"/>
              <a:gd name="connsiteX60" fmla="*/ 5444628 w 5470628"/>
              <a:gd name="connsiteY60" fmla="*/ 1511562 h 3193741"/>
              <a:gd name="connsiteX61" fmla="*/ 5453752 w 5470628"/>
              <a:gd name="connsiteY61" fmla="*/ 1474786 h 3193741"/>
              <a:gd name="connsiteX62" fmla="*/ 5454594 w 5470628"/>
              <a:gd name="connsiteY62" fmla="*/ 1464662 h 3193741"/>
              <a:gd name="connsiteX63" fmla="*/ 5463208 w 5470628"/>
              <a:gd name="connsiteY63" fmla="*/ 1466226 h 3193741"/>
              <a:gd name="connsiteX64" fmla="*/ 5463164 w 5470628"/>
              <a:gd name="connsiteY64" fmla="*/ 1484226 h 3193741"/>
              <a:gd name="connsiteX65" fmla="*/ 5456160 w 5470628"/>
              <a:gd name="connsiteY65" fmla="*/ 1575885 h 3193741"/>
              <a:gd name="connsiteX66" fmla="*/ 5345636 w 5470628"/>
              <a:gd name="connsiteY66" fmla="*/ 1714543 h 3193741"/>
              <a:gd name="connsiteX67" fmla="*/ 5251319 w 5470628"/>
              <a:gd name="connsiteY67" fmla="*/ 1775792 h 3193741"/>
              <a:gd name="connsiteX68" fmla="*/ 5043512 w 5470628"/>
              <a:gd name="connsiteY68" fmla="*/ 2027305 h 3193741"/>
              <a:gd name="connsiteX69" fmla="*/ 4978144 w 5470628"/>
              <a:gd name="connsiteY69" fmla="*/ 2108535 h 3193741"/>
              <a:gd name="connsiteX70" fmla="*/ 5031476 w 5470628"/>
              <a:gd name="connsiteY70" fmla="*/ 2128173 h 3193741"/>
              <a:gd name="connsiteX71" fmla="*/ 4937389 w 5470628"/>
              <a:gd name="connsiteY71" fmla="*/ 2216441 h 3193741"/>
              <a:gd name="connsiteX72" fmla="*/ 4826122 w 5470628"/>
              <a:gd name="connsiteY72" fmla="*/ 2315331 h 3193741"/>
              <a:gd name="connsiteX73" fmla="*/ 2544647 w 5470628"/>
              <a:gd name="connsiteY73" fmla="*/ 3190975 h 3193741"/>
              <a:gd name="connsiteX74" fmla="*/ 1328257 w 5470628"/>
              <a:gd name="connsiteY74" fmla="*/ 3153006 h 3193741"/>
              <a:gd name="connsiteX75" fmla="*/ 977943 w 5470628"/>
              <a:gd name="connsiteY75" fmla="*/ 3082502 h 3193741"/>
              <a:gd name="connsiteX76" fmla="*/ 854473 w 5470628"/>
              <a:gd name="connsiteY76" fmla="*/ 2994250 h 3193741"/>
              <a:gd name="connsiteX77" fmla="*/ 811593 w 5470628"/>
              <a:gd name="connsiteY77" fmla="*/ 2970498 h 3193741"/>
              <a:gd name="connsiteX78" fmla="*/ 707024 w 5470628"/>
              <a:gd name="connsiteY78" fmla="*/ 2945439 h 3193741"/>
              <a:gd name="connsiteX79" fmla="*/ 523487 w 5470628"/>
              <a:gd name="connsiteY79" fmla="*/ 2886053 h 3193741"/>
              <a:gd name="connsiteX80" fmla="*/ 587884 w 5470628"/>
              <a:gd name="connsiteY80" fmla="*/ 2859746 h 3193741"/>
              <a:gd name="connsiteX81" fmla="*/ 779426 w 5470628"/>
              <a:gd name="connsiteY81" fmla="*/ 2885897 h 3193741"/>
              <a:gd name="connsiteX82" fmla="*/ 917288 w 5470628"/>
              <a:gd name="connsiteY82" fmla="*/ 2882248 h 3193741"/>
              <a:gd name="connsiteX83" fmla="*/ 718684 w 5470628"/>
              <a:gd name="connsiteY83" fmla="*/ 2819941 h 3193741"/>
              <a:gd name="connsiteX84" fmla="*/ 524650 w 5470628"/>
              <a:gd name="connsiteY84" fmla="*/ 2731220 h 3193741"/>
              <a:gd name="connsiteX85" fmla="*/ 670138 w 5470628"/>
              <a:gd name="connsiteY85" fmla="*/ 2735189 h 3193741"/>
              <a:gd name="connsiteX86" fmla="*/ 675382 w 5470628"/>
              <a:gd name="connsiteY86" fmla="*/ 2719369 h 3193741"/>
              <a:gd name="connsiteX87" fmla="*/ 542021 w 5470628"/>
              <a:gd name="connsiteY87" fmla="*/ 2601946 h 3193741"/>
              <a:gd name="connsiteX88" fmla="*/ 476895 w 5470628"/>
              <a:gd name="connsiteY88" fmla="*/ 2555976 h 3193741"/>
              <a:gd name="connsiteX89" fmla="*/ 188751 w 5470628"/>
              <a:gd name="connsiteY89" fmla="*/ 2428830 h 3193741"/>
              <a:gd name="connsiteX90" fmla="*/ 456762 w 5470628"/>
              <a:gd name="connsiteY90" fmla="*/ 2468731 h 3193741"/>
              <a:gd name="connsiteX91" fmla="*/ 174514 w 5470628"/>
              <a:gd name="connsiteY91" fmla="*/ 2345378 h 3193741"/>
              <a:gd name="connsiteX92" fmla="*/ 38827 w 5470628"/>
              <a:gd name="connsiteY92" fmla="*/ 2303685 h 3193741"/>
              <a:gd name="connsiteX93" fmla="*/ 3281 w 5470628"/>
              <a:gd name="connsiteY93" fmla="*/ 2273587 h 3193741"/>
              <a:gd name="connsiteX94" fmla="*/ 61590 w 5470628"/>
              <a:gd name="connsiteY94" fmla="*/ 2259170 h 3193741"/>
              <a:gd name="connsiteX95" fmla="*/ 242291 w 5470628"/>
              <a:gd name="connsiteY95" fmla="*/ 2250569 h 3193741"/>
              <a:gd name="connsiteX96" fmla="*/ 13205 w 5470628"/>
              <a:gd name="connsiteY96" fmla="*/ 2172263 h 3193741"/>
              <a:gd name="connsiteX97" fmla="*/ 180810 w 5470628"/>
              <a:gd name="connsiteY97" fmla="*/ 2168333 h 3193741"/>
              <a:gd name="connsiteX98" fmla="*/ 226020 w 5470628"/>
              <a:gd name="connsiteY98" fmla="*/ 2121100 h 3193741"/>
              <a:gd name="connsiteX99" fmla="*/ 299145 w 5470628"/>
              <a:gd name="connsiteY99" fmla="*/ 2044862 h 3193741"/>
              <a:gd name="connsiteX100" fmla="*/ 350236 w 5470628"/>
              <a:gd name="connsiteY100" fmla="*/ 2001187 h 3193741"/>
              <a:gd name="connsiteX101" fmla="*/ 365223 w 5470628"/>
              <a:gd name="connsiteY101" fmla="*/ 1881218 h 3193741"/>
              <a:gd name="connsiteX102" fmla="*/ 310707 w 5470628"/>
              <a:gd name="connsiteY102" fmla="*/ 1758752 h 3193741"/>
              <a:gd name="connsiteX103" fmla="*/ 181659 w 5470628"/>
              <a:gd name="connsiteY103" fmla="*/ 1709137 h 3193741"/>
              <a:gd name="connsiteX104" fmla="*/ 213063 w 5470628"/>
              <a:gd name="connsiteY104" fmla="*/ 1632021 h 3193741"/>
              <a:gd name="connsiteX105" fmla="*/ 481390 w 5470628"/>
              <a:gd name="connsiteY105" fmla="*/ 1644125 h 3193741"/>
              <a:gd name="connsiteX106" fmla="*/ 68930 w 5470628"/>
              <a:gd name="connsiteY106" fmla="*/ 1457537 h 3193741"/>
              <a:gd name="connsiteX107" fmla="*/ 135138 w 5470628"/>
              <a:gd name="connsiteY107" fmla="*/ 1440976 h 3193741"/>
              <a:gd name="connsiteX108" fmla="*/ 131611 w 5470628"/>
              <a:gd name="connsiteY108" fmla="*/ 1427642 h 3193741"/>
              <a:gd name="connsiteX109" fmla="*/ 130443 w 5470628"/>
              <a:gd name="connsiteY109" fmla="*/ 1343795 h 3193741"/>
              <a:gd name="connsiteX110" fmla="*/ 138930 w 5470628"/>
              <a:gd name="connsiteY110" fmla="*/ 1304094 h 3193741"/>
              <a:gd name="connsiteX111" fmla="*/ 118409 w 5470628"/>
              <a:gd name="connsiteY111" fmla="*/ 1262212 h 3193741"/>
              <a:gd name="connsiteX112" fmla="*/ 421410 w 5470628"/>
              <a:gd name="connsiteY112" fmla="*/ 1304757 h 3193741"/>
              <a:gd name="connsiteX113" fmla="*/ 655702 w 5470628"/>
              <a:gd name="connsiteY113" fmla="*/ 1291801 h 3193741"/>
              <a:gd name="connsiteX114" fmla="*/ 648299 w 5470628"/>
              <a:gd name="connsiteY114" fmla="*/ 1287715 h 3193741"/>
              <a:gd name="connsiteX115" fmla="*/ 531027 w 5470628"/>
              <a:gd name="connsiteY115" fmla="*/ 1193967 h 3193741"/>
              <a:gd name="connsiteX116" fmla="*/ 526433 w 5470628"/>
              <a:gd name="connsiteY116" fmla="*/ 1191913 h 3193741"/>
              <a:gd name="connsiteX117" fmla="*/ 504666 w 5470628"/>
              <a:gd name="connsiteY117" fmla="*/ 1177230 h 3193741"/>
              <a:gd name="connsiteX118" fmla="*/ 482307 w 5470628"/>
              <a:gd name="connsiteY118" fmla="*/ 1162618 h 3193741"/>
              <a:gd name="connsiteX119" fmla="*/ 479029 w 5470628"/>
              <a:gd name="connsiteY119" fmla="*/ 1162540 h 3193741"/>
              <a:gd name="connsiteX120" fmla="*/ 447663 w 5470628"/>
              <a:gd name="connsiteY120" fmla="*/ 1132649 h 3193741"/>
              <a:gd name="connsiteX121" fmla="*/ 438547 w 5470628"/>
              <a:gd name="connsiteY121" fmla="*/ 1110977 h 3193741"/>
              <a:gd name="connsiteX122" fmla="*/ 405343 w 5470628"/>
              <a:gd name="connsiteY122" fmla="*/ 1089612 h 3193741"/>
              <a:gd name="connsiteX123" fmla="*/ 371373 w 5470628"/>
              <a:gd name="connsiteY123" fmla="*/ 1070238 h 3193741"/>
              <a:gd name="connsiteX124" fmla="*/ 290358 w 5470628"/>
              <a:gd name="connsiteY124" fmla="*/ 1059884 h 3193741"/>
              <a:gd name="connsiteX125" fmla="*/ 235140 w 5470628"/>
              <a:gd name="connsiteY125" fmla="*/ 1029322 h 3193741"/>
              <a:gd name="connsiteX126" fmla="*/ 300494 w 5470628"/>
              <a:gd name="connsiteY126" fmla="*/ 1032083 h 3193741"/>
              <a:gd name="connsiteX127" fmla="*/ 239661 w 5470628"/>
              <a:gd name="connsiteY127" fmla="*/ 997457 h 3193741"/>
              <a:gd name="connsiteX128" fmla="*/ 204788 w 5470628"/>
              <a:gd name="connsiteY128" fmla="*/ 959211 h 3193741"/>
              <a:gd name="connsiteX129" fmla="*/ 207583 w 5470628"/>
              <a:gd name="connsiteY129" fmla="*/ 947009 h 3193741"/>
              <a:gd name="connsiteX130" fmla="*/ 223061 w 5470628"/>
              <a:gd name="connsiteY130" fmla="*/ 947033 h 3193741"/>
              <a:gd name="connsiteX131" fmla="*/ 280015 w 5470628"/>
              <a:gd name="connsiteY131" fmla="*/ 972164 h 3193741"/>
              <a:gd name="connsiteX132" fmla="*/ 353948 w 5470628"/>
              <a:gd name="connsiteY132" fmla="*/ 1006865 h 3193741"/>
              <a:gd name="connsiteX133" fmla="*/ 240466 w 5470628"/>
              <a:gd name="connsiteY133" fmla="*/ 939943 h 3193741"/>
              <a:gd name="connsiteX134" fmla="*/ 158812 w 5470628"/>
              <a:gd name="connsiteY134" fmla="*/ 891467 h 3193741"/>
              <a:gd name="connsiteX135" fmla="*/ 139551 w 5470628"/>
              <a:gd name="connsiteY135" fmla="*/ 855364 h 3193741"/>
              <a:gd name="connsiteX136" fmla="*/ 145731 w 5470628"/>
              <a:gd name="connsiteY136" fmla="*/ 844888 h 3193741"/>
              <a:gd name="connsiteX137" fmla="*/ 158154 w 5470628"/>
              <a:gd name="connsiteY137" fmla="*/ 848366 h 3193741"/>
              <a:gd name="connsiteX138" fmla="*/ 169370 w 5470628"/>
              <a:gd name="connsiteY138" fmla="*/ 856260 h 3193741"/>
              <a:gd name="connsiteX139" fmla="*/ 288295 w 5470628"/>
              <a:gd name="connsiteY139" fmla="*/ 915169 h 3193741"/>
              <a:gd name="connsiteX140" fmla="*/ 462694 w 5470628"/>
              <a:gd name="connsiteY140" fmla="*/ 994643 h 3193741"/>
              <a:gd name="connsiteX141" fmla="*/ 531910 w 5470628"/>
              <a:gd name="connsiteY141" fmla="*/ 1006664 h 3193741"/>
              <a:gd name="connsiteX142" fmla="*/ 333940 w 5470628"/>
              <a:gd name="connsiteY142" fmla="*/ 893507 h 3193741"/>
              <a:gd name="connsiteX143" fmla="*/ 181443 w 5470628"/>
              <a:gd name="connsiteY143" fmla="*/ 746608 h 3193741"/>
              <a:gd name="connsiteX144" fmla="*/ 162678 w 5470628"/>
              <a:gd name="connsiteY144" fmla="*/ 737018 h 3193741"/>
              <a:gd name="connsiteX145" fmla="*/ 156307 w 5470628"/>
              <a:gd name="connsiteY145" fmla="*/ 730435 h 3193741"/>
              <a:gd name="connsiteX146" fmla="*/ 117227 w 5470628"/>
              <a:gd name="connsiteY146" fmla="*/ 677515 h 3193741"/>
              <a:gd name="connsiteX147" fmla="*/ 113655 w 5470628"/>
              <a:gd name="connsiteY147" fmla="*/ 663474 h 3193741"/>
              <a:gd name="connsiteX148" fmla="*/ 115226 w 5470628"/>
              <a:gd name="connsiteY148" fmla="*/ 636712 h 3193741"/>
              <a:gd name="connsiteX149" fmla="*/ 105067 w 5470628"/>
              <a:gd name="connsiteY149" fmla="*/ 622046 h 3193741"/>
              <a:gd name="connsiteX150" fmla="*/ 104113 w 5470628"/>
              <a:gd name="connsiteY150" fmla="*/ 611722 h 3193741"/>
              <a:gd name="connsiteX151" fmla="*/ 118895 w 5470628"/>
              <a:gd name="connsiteY151" fmla="*/ 610169 h 3193741"/>
              <a:gd name="connsiteX152" fmla="*/ 163095 w 5470628"/>
              <a:gd name="connsiteY152" fmla="*/ 640642 h 3193741"/>
              <a:gd name="connsiteX153" fmla="*/ 185766 w 5470628"/>
              <a:gd name="connsiteY153" fmla="*/ 641454 h 3193741"/>
              <a:gd name="connsiteX154" fmla="*/ 212892 w 5470628"/>
              <a:gd name="connsiteY154" fmla="*/ 637457 h 3193741"/>
              <a:gd name="connsiteX155" fmla="*/ 223932 w 5470628"/>
              <a:gd name="connsiteY155" fmla="*/ 647271 h 3193741"/>
              <a:gd name="connsiteX156" fmla="*/ 287167 w 5470628"/>
              <a:gd name="connsiteY156" fmla="*/ 691571 h 3193741"/>
              <a:gd name="connsiteX157" fmla="*/ 330380 w 5470628"/>
              <a:gd name="connsiteY157" fmla="*/ 692506 h 3193741"/>
              <a:gd name="connsiteX158" fmla="*/ 296172 w 5470628"/>
              <a:gd name="connsiteY158" fmla="*/ 688108 h 3193741"/>
              <a:gd name="connsiteX159" fmla="*/ 286974 w 5470628"/>
              <a:gd name="connsiteY159" fmla="*/ 674512 h 3193741"/>
              <a:gd name="connsiteX160" fmla="*/ 286166 w 5470628"/>
              <a:gd name="connsiteY160" fmla="*/ 661798 h 3193741"/>
              <a:gd name="connsiteX161" fmla="*/ 236268 w 5470628"/>
              <a:gd name="connsiteY161" fmla="*/ 635338 h 3193741"/>
              <a:gd name="connsiteX162" fmla="*/ 231734 w 5470628"/>
              <a:gd name="connsiteY162" fmla="*/ 634225 h 3193741"/>
              <a:gd name="connsiteX163" fmla="*/ 221253 w 5470628"/>
              <a:gd name="connsiteY163" fmla="*/ 623870 h 3193741"/>
              <a:gd name="connsiteX164" fmla="*/ 237564 w 5470628"/>
              <a:gd name="connsiteY164" fmla="*/ 613590 h 3193741"/>
              <a:gd name="connsiteX165" fmla="*/ 282259 w 5470628"/>
              <a:gd name="connsiteY165" fmla="*/ 619091 h 3193741"/>
              <a:gd name="connsiteX166" fmla="*/ 370630 w 5470628"/>
              <a:gd name="connsiteY166" fmla="*/ 665566 h 3193741"/>
              <a:gd name="connsiteX167" fmla="*/ 498017 w 5470628"/>
              <a:gd name="connsiteY167" fmla="*/ 740532 h 3193741"/>
              <a:gd name="connsiteX168" fmla="*/ 918036 w 5470628"/>
              <a:gd name="connsiteY168" fmla="*/ 924307 h 3193741"/>
              <a:gd name="connsiteX169" fmla="*/ 1079304 w 5470628"/>
              <a:gd name="connsiteY169" fmla="*/ 984494 h 3193741"/>
              <a:gd name="connsiteX170" fmla="*/ 1079935 w 5470628"/>
              <a:gd name="connsiteY170" fmla="*/ 980383 h 3193741"/>
              <a:gd name="connsiteX171" fmla="*/ 1079695 w 5470628"/>
              <a:gd name="connsiteY171" fmla="*/ 976616 h 3193741"/>
              <a:gd name="connsiteX172" fmla="*/ 966178 w 5470628"/>
              <a:gd name="connsiteY172" fmla="*/ 937219 h 3193741"/>
              <a:gd name="connsiteX173" fmla="*/ 720106 w 5470628"/>
              <a:gd name="connsiteY173" fmla="*/ 807112 h 3193741"/>
              <a:gd name="connsiteX174" fmla="*/ 698823 w 5470628"/>
              <a:gd name="connsiteY174" fmla="*/ 804708 h 3193741"/>
              <a:gd name="connsiteX175" fmla="*/ 664513 w 5470628"/>
              <a:gd name="connsiteY175" fmla="*/ 784663 h 3193741"/>
              <a:gd name="connsiteX176" fmla="*/ 660380 w 5470628"/>
              <a:gd name="connsiteY176" fmla="*/ 771165 h 3193741"/>
              <a:gd name="connsiteX177" fmla="*/ 584959 w 5470628"/>
              <a:gd name="connsiteY177" fmla="*/ 722409 h 3193741"/>
              <a:gd name="connsiteX178" fmla="*/ 435649 w 5470628"/>
              <a:gd name="connsiteY178" fmla="*/ 639659 h 3193741"/>
              <a:gd name="connsiteX179" fmla="*/ 404944 w 5470628"/>
              <a:gd name="connsiteY179" fmla="*/ 606128 h 3193741"/>
              <a:gd name="connsiteX180" fmla="*/ 408476 w 5470628"/>
              <a:gd name="connsiteY180" fmla="*/ 591466 h 3193741"/>
              <a:gd name="connsiteX181" fmla="*/ 425225 w 5470628"/>
              <a:gd name="connsiteY181" fmla="*/ 592759 h 3193741"/>
              <a:gd name="connsiteX182" fmla="*/ 487115 w 5470628"/>
              <a:gd name="connsiteY182" fmla="*/ 620614 h 3193741"/>
              <a:gd name="connsiteX183" fmla="*/ 550277 w 5470628"/>
              <a:gd name="connsiteY183" fmla="*/ 649738 h 3193741"/>
              <a:gd name="connsiteX184" fmla="*/ 544421 w 5470628"/>
              <a:gd name="connsiteY184" fmla="*/ 641907 h 3193741"/>
              <a:gd name="connsiteX185" fmla="*/ 431905 w 5470628"/>
              <a:gd name="connsiteY185" fmla="*/ 580799 h 3193741"/>
              <a:gd name="connsiteX186" fmla="*/ 351177 w 5470628"/>
              <a:gd name="connsiteY186" fmla="*/ 528177 h 3193741"/>
              <a:gd name="connsiteX187" fmla="*/ 339749 w 5470628"/>
              <a:gd name="connsiteY187" fmla="*/ 498244 h 3193741"/>
              <a:gd name="connsiteX188" fmla="*/ 346313 w 5470628"/>
              <a:gd name="connsiteY188" fmla="*/ 489145 h 3193741"/>
              <a:gd name="connsiteX189" fmla="*/ 356579 w 5470628"/>
              <a:gd name="connsiteY189" fmla="*/ 491460 h 3193741"/>
              <a:gd name="connsiteX190" fmla="*/ 371505 w 5470628"/>
              <a:gd name="connsiteY190" fmla="*/ 501516 h 3193741"/>
              <a:gd name="connsiteX191" fmla="*/ 476275 w 5470628"/>
              <a:gd name="connsiteY191" fmla="*/ 553122 h 3193741"/>
              <a:gd name="connsiteX192" fmla="*/ 649952 w 5470628"/>
              <a:gd name="connsiteY192" fmla="*/ 635294 h 3193741"/>
              <a:gd name="connsiteX193" fmla="*/ 727161 w 5470628"/>
              <a:gd name="connsiteY193" fmla="*/ 651328 h 3193741"/>
              <a:gd name="connsiteX194" fmla="*/ 722417 w 5470628"/>
              <a:gd name="connsiteY194" fmla="*/ 646921 h 3193741"/>
              <a:gd name="connsiteX195" fmla="*/ 546079 w 5470628"/>
              <a:gd name="connsiteY195" fmla="*/ 546328 h 3193741"/>
              <a:gd name="connsiteX196" fmla="*/ 378182 w 5470628"/>
              <a:gd name="connsiteY196" fmla="*/ 386585 h 3193741"/>
              <a:gd name="connsiteX197" fmla="*/ 370158 w 5470628"/>
              <a:gd name="connsiteY197" fmla="*/ 382100 h 3193741"/>
              <a:gd name="connsiteX198" fmla="*/ 357861 w 5470628"/>
              <a:gd name="connsiteY198" fmla="*/ 371252 h 3193741"/>
              <a:gd name="connsiteX199" fmla="*/ 331313 w 5470628"/>
              <a:gd name="connsiteY199" fmla="*/ 328203 h 3193741"/>
              <a:gd name="connsiteX200" fmla="*/ 319354 w 5470628"/>
              <a:gd name="connsiteY200" fmla="*/ 299282 h 3193741"/>
              <a:gd name="connsiteX201" fmla="*/ 319682 w 5470628"/>
              <a:gd name="connsiteY201" fmla="*/ 285719 h 3193741"/>
              <a:gd name="connsiteX202" fmla="*/ 306391 w 5470628"/>
              <a:gd name="connsiteY202" fmla="*/ 268585 h 3193741"/>
              <a:gd name="connsiteX203" fmla="*/ 303294 w 5470628"/>
              <a:gd name="connsiteY203" fmla="*/ 257334 h 3193741"/>
              <a:gd name="connsiteX204" fmla="*/ 319242 w 5470628"/>
              <a:gd name="connsiteY204" fmla="*/ 255403 h 3193741"/>
              <a:gd name="connsiteX205" fmla="*/ 364093 w 5470628"/>
              <a:gd name="connsiteY205" fmla="*/ 286745 h 3193741"/>
              <a:gd name="connsiteX206" fmla="*/ 385301 w 5470628"/>
              <a:gd name="connsiteY206" fmla="*/ 287973 h 3193741"/>
              <a:gd name="connsiteX207" fmla="*/ 417598 w 5470628"/>
              <a:gd name="connsiteY207" fmla="*/ 285722 h 3193741"/>
              <a:gd name="connsiteX208" fmla="*/ 440155 w 5470628"/>
              <a:gd name="connsiteY208" fmla="*/ 308139 h 3193741"/>
              <a:gd name="connsiteX209" fmla="*/ 534406 w 5470628"/>
              <a:gd name="connsiteY209" fmla="*/ 339430 h 3193741"/>
              <a:gd name="connsiteX210" fmla="*/ 495633 w 5470628"/>
              <a:gd name="connsiteY210" fmla="*/ 333450 h 3193741"/>
              <a:gd name="connsiteX211" fmla="*/ 486289 w 5470628"/>
              <a:gd name="connsiteY211" fmla="*/ 322243 h 3193741"/>
              <a:gd name="connsiteX212" fmla="*/ 484000 w 5470628"/>
              <a:gd name="connsiteY212" fmla="*/ 304964 h 3193741"/>
              <a:gd name="connsiteX213" fmla="*/ 436911 w 5470628"/>
              <a:gd name="connsiteY213" fmla="*/ 280536 h 3193741"/>
              <a:gd name="connsiteX214" fmla="*/ 426865 w 5470628"/>
              <a:gd name="connsiteY214" fmla="*/ 277007 h 3193741"/>
              <a:gd name="connsiteX215" fmla="*/ 420654 w 5470628"/>
              <a:gd name="connsiteY215" fmla="*/ 268269 h 3193741"/>
              <a:gd name="connsiteX216" fmla="*/ 432329 w 5470628"/>
              <a:gd name="connsiteY216" fmla="*/ 259975 h 3193741"/>
              <a:gd name="connsiteX217" fmla="*/ 447672 w 5470628"/>
              <a:gd name="connsiteY217" fmla="*/ 257879 h 3193741"/>
              <a:gd name="connsiteX218" fmla="*/ 502242 w 5470628"/>
              <a:gd name="connsiteY218" fmla="*/ 273572 h 3193741"/>
              <a:gd name="connsiteX219" fmla="*/ 659874 w 5470628"/>
              <a:gd name="connsiteY219" fmla="*/ 365516 h 3193741"/>
              <a:gd name="connsiteX220" fmla="*/ 829177 w 5470628"/>
              <a:gd name="connsiteY220" fmla="*/ 444421 h 3193741"/>
              <a:gd name="connsiteX221" fmla="*/ 1231903 w 5470628"/>
              <a:gd name="connsiteY221" fmla="*/ 613682 h 3193741"/>
              <a:gd name="connsiteX222" fmla="*/ 1911736 w 5470628"/>
              <a:gd name="connsiteY222" fmla="*/ 685084 h 3193741"/>
              <a:gd name="connsiteX223" fmla="*/ 2564313 w 5470628"/>
              <a:gd name="connsiteY223" fmla="*/ 632143 h 3193741"/>
              <a:gd name="connsiteX224" fmla="*/ 2657304 w 5470628"/>
              <a:gd name="connsiteY224" fmla="*/ 624913 h 3193741"/>
              <a:gd name="connsiteX225" fmla="*/ 4235818 w 5470628"/>
              <a:gd name="connsiteY225" fmla="*/ 259339 h 3193741"/>
              <a:gd name="connsiteX226" fmla="*/ 4460331 w 5470628"/>
              <a:gd name="connsiteY226" fmla="*/ 176864 h 3193741"/>
              <a:gd name="connsiteX227" fmla="*/ 4499578 w 5470628"/>
              <a:gd name="connsiteY227" fmla="*/ 186791 h 3193741"/>
              <a:gd name="connsiteX228" fmla="*/ 4514640 w 5470628"/>
              <a:gd name="connsiteY228" fmla="*/ 188841 h 3193741"/>
              <a:gd name="connsiteX229" fmla="*/ 4516523 w 5470628"/>
              <a:gd name="connsiteY229" fmla="*/ 189988 h 3193741"/>
              <a:gd name="connsiteX230" fmla="*/ 4518126 w 5470628"/>
              <a:gd name="connsiteY230" fmla="*/ 189316 h 3193741"/>
              <a:gd name="connsiteX231" fmla="*/ 4514640 w 5470628"/>
              <a:gd name="connsiteY231" fmla="*/ 188841 h 3193741"/>
              <a:gd name="connsiteX232" fmla="*/ 4511569 w 5470628"/>
              <a:gd name="connsiteY232" fmla="*/ 186970 h 3193741"/>
              <a:gd name="connsiteX233" fmla="*/ 4510888 w 5470628"/>
              <a:gd name="connsiteY233" fmla="*/ 180943 h 3193741"/>
              <a:gd name="connsiteX234" fmla="*/ 4531865 w 5470628"/>
              <a:gd name="connsiteY234" fmla="*/ 155151 h 3193741"/>
              <a:gd name="connsiteX235" fmla="*/ 4573441 w 5470628"/>
              <a:gd name="connsiteY235" fmla="*/ 139676 h 3193741"/>
              <a:gd name="connsiteX236" fmla="*/ 4594964 w 5470628"/>
              <a:gd name="connsiteY236" fmla="*/ 145847 h 3193741"/>
              <a:gd name="connsiteX237" fmla="*/ 4623059 w 5470628"/>
              <a:gd name="connsiteY237" fmla="*/ 152410 h 3193741"/>
              <a:gd name="connsiteX238" fmla="*/ 4748356 w 5470628"/>
              <a:gd name="connsiteY238" fmla="*/ 68192 h 3193741"/>
              <a:gd name="connsiteX239" fmla="*/ 4833812 w 5470628"/>
              <a:gd name="connsiteY239" fmla="*/ 8017 h 3193741"/>
              <a:gd name="connsiteX240" fmla="*/ 4850908 w 5470628"/>
              <a:gd name="connsiteY240" fmla="*/ 727 h 3193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5470628" h="3193741">
                <a:moveTo>
                  <a:pt x="5462602" y="1413608"/>
                </a:moveTo>
                <a:lnTo>
                  <a:pt x="5465724" y="1421881"/>
                </a:lnTo>
                <a:cubicBezTo>
                  <a:pt x="5472118" y="1444281"/>
                  <a:pt x="5472640" y="1461744"/>
                  <a:pt x="5465025" y="1466556"/>
                </a:cubicBezTo>
                <a:lnTo>
                  <a:pt x="5463208" y="1466226"/>
                </a:lnTo>
                <a:lnTo>
                  <a:pt x="5463242" y="1451866"/>
                </a:lnTo>
                <a:cubicBezTo>
                  <a:pt x="5463190" y="1441487"/>
                  <a:pt x="5463068" y="1431722"/>
                  <a:pt x="5462894" y="1423194"/>
                </a:cubicBezTo>
                <a:close/>
                <a:moveTo>
                  <a:pt x="5461417" y="1391849"/>
                </a:moveTo>
                <a:cubicBezTo>
                  <a:pt x="5461710" y="1392940"/>
                  <a:pt x="5461992" y="1396513"/>
                  <a:pt x="5462246" y="1401944"/>
                </a:cubicBezTo>
                <a:lnTo>
                  <a:pt x="5462602" y="1413608"/>
                </a:lnTo>
                <a:lnTo>
                  <a:pt x="5459078" y="1404268"/>
                </a:lnTo>
                <a:lnTo>
                  <a:pt x="5460137" y="1393780"/>
                </a:lnTo>
                <a:cubicBezTo>
                  <a:pt x="5460561" y="1391114"/>
                  <a:pt x="5460982" y="1390270"/>
                  <a:pt x="5461417" y="1391849"/>
                </a:cubicBezTo>
                <a:close/>
                <a:moveTo>
                  <a:pt x="614271" y="1052206"/>
                </a:moveTo>
                <a:cubicBezTo>
                  <a:pt x="613444" y="1053256"/>
                  <a:pt x="612323" y="1054339"/>
                  <a:pt x="611497" y="1055389"/>
                </a:cubicBezTo>
                <a:cubicBezTo>
                  <a:pt x="617673" y="1058912"/>
                  <a:pt x="624115" y="1061928"/>
                  <a:pt x="630277" y="1065215"/>
                </a:cubicBezTo>
                <a:cubicBezTo>
                  <a:pt x="637469" y="1066004"/>
                  <a:pt x="644958" y="1066759"/>
                  <a:pt x="651856" y="1067584"/>
                </a:cubicBezTo>
                <a:cubicBezTo>
                  <a:pt x="639327" y="1062458"/>
                  <a:pt x="626799" y="1057332"/>
                  <a:pt x="614271" y="1052206"/>
                </a:cubicBezTo>
                <a:close/>
                <a:moveTo>
                  <a:pt x="810628" y="695550"/>
                </a:moveTo>
                <a:cubicBezTo>
                  <a:pt x="873537" y="739416"/>
                  <a:pt x="951215" y="767494"/>
                  <a:pt x="1033084" y="791270"/>
                </a:cubicBezTo>
                <a:cubicBezTo>
                  <a:pt x="1034205" y="790184"/>
                  <a:pt x="1035031" y="789136"/>
                  <a:pt x="1036153" y="788050"/>
                </a:cubicBezTo>
                <a:cubicBezTo>
                  <a:pt x="960983" y="757296"/>
                  <a:pt x="885798" y="726306"/>
                  <a:pt x="810628" y="695550"/>
                </a:cubicBezTo>
                <a:close/>
                <a:moveTo>
                  <a:pt x="4850908" y="727"/>
                </a:moveTo>
                <a:cubicBezTo>
                  <a:pt x="4858191" y="2929"/>
                  <a:pt x="4860543" y="7152"/>
                  <a:pt x="4858584" y="13795"/>
                </a:cubicBezTo>
                <a:cubicBezTo>
                  <a:pt x="4855845" y="22194"/>
                  <a:pt x="4850092" y="30008"/>
                  <a:pt x="4843408" y="37224"/>
                </a:cubicBezTo>
                <a:cubicBezTo>
                  <a:pt x="4812232" y="71132"/>
                  <a:pt x="4827067" y="79774"/>
                  <a:pt x="4871062" y="78954"/>
                </a:cubicBezTo>
                <a:cubicBezTo>
                  <a:pt x="4910302" y="78234"/>
                  <a:pt x="4949507" y="72299"/>
                  <a:pt x="4989038" y="66799"/>
                </a:cubicBezTo>
                <a:cubicBezTo>
                  <a:pt x="5008500" y="63967"/>
                  <a:pt x="5009491" y="65509"/>
                  <a:pt x="5002636" y="79388"/>
                </a:cubicBezTo>
                <a:cubicBezTo>
                  <a:pt x="4991594" y="102315"/>
                  <a:pt x="4990844" y="123285"/>
                  <a:pt x="5008332" y="140859"/>
                </a:cubicBezTo>
                <a:cubicBezTo>
                  <a:pt x="5012456" y="144868"/>
                  <a:pt x="5015428" y="149491"/>
                  <a:pt x="5014326" y="155555"/>
                </a:cubicBezTo>
                <a:cubicBezTo>
                  <a:pt x="5009356" y="180357"/>
                  <a:pt x="5019874" y="200674"/>
                  <a:pt x="5030704" y="221190"/>
                </a:cubicBezTo>
                <a:cubicBezTo>
                  <a:pt x="5048958" y="255517"/>
                  <a:pt x="5072099" y="287116"/>
                  <a:pt x="5097262" y="317759"/>
                </a:cubicBezTo>
                <a:cubicBezTo>
                  <a:pt x="5115004" y="339336"/>
                  <a:pt x="5126222" y="365974"/>
                  <a:pt x="5165084" y="373367"/>
                </a:cubicBezTo>
                <a:cubicBezTo>
                  <a:pt x="5174420" y="375083"/>
                  <a:pt x="5177498" y="381353"/>
                  <a:pt x="5174137" y="389353"/>
                </a:cubicBezTo>
                <a:cubicBezTo>
                  <a:pt x="5163026" y="415847"/>
                  <a:pt x="5172067" y="436343"/>
                  <a:pt x="5192507" y="453561"/>
                </a:cubicBezTo>
                <a:cubicBezTo>
                  <a:pt x="5199734" y="459565"/>
                  <a:pt x="5197020" y="463690"/>
                  <a:pt x="5187160" y="467732"/>
                </a:cubicBezTo>
                <a:cubicBezTo>
                  <a:pt x="5175836" y="472188"/>
                  <a:pt x="5167025" y="478711"/>
                  <a:pt x="5160106" y="486904"/>
                </a:cubicBezTo>
                <a:cubicBezTo>
                  <a:pt x="5148744" y="500143"/>
                  <a:pt x="5143396" y="514315"/>
                  <a:pt x="5138948" y="528614"/>
                </a:cubicBezTo>
                <a:cubicBezTo>
                  <a:pt x="5132042" y="551041"/>
                  <a:pt x="5123894" y="572670"/>
                  <a:pt x="5097016" y="589923"/>
                </a:cubicBezTo>
                <a:cubicBezTo>
                  <a:pt x="5089016" y="595163"/>
                  <a:pt x="5082598" y="601872"/>
                  <a:pt x="5075869" y="608381"/>
                </a:cubicBezTo>
                <a:cubicBezTo>
                  <a:pt x="5078016" y="614052"/>
                  <a:pt x="5083322" y="617918"/>
                  <a:pt x="5093172" y="618385"/>
                </a:cubicBezTo>
                <a:cubicBezTo>
                  <a:pt x="5155867" y="621469"/>
                  <a:pt x="5153088" y="652648"/>
                  <a:pt x="5153518" y="687474"/>
                </a:cubicBezTo>
                <a:cubicBezTo>
                  <a:pt x="5154177" y="730575"/>
                  <a:pt x="5118812" y="754787"/>
                  <a:pt x="5074984" y="776941"/>
                </a:cubicBezTo>
                <a:cubicBezTo>
                  <a:pt x="5059986" y="784451"/>
                  <a:pt x="5038116" y="786863"/>
                  <a:pt x="5033348" y="805473"/>
                </a:cubicBezTo>
                <a:cubicBezTo>
                  <a:pt x="5059529" y="819384"/>
                  <a:pt x="5089376" y="802009"/>
                  <a:pt x="5116847" y="803426"/>
                </a:cubicBezTo>
                <a:cubicBezTo>
                  <a:pt x="5139548" y="804709"/>
                  <a:pt x="5176330" y="798120"/>
                  <a:pt x="5147902" y="833118"/>
                </a:cubicBezTo>
                <a:cubicBezTo>
                  <a:pt x="5139626" y="843373"/>
                  <a:pt x="5150382" y="848714"/>
                  <a:pt x="5161665" y="848297"/>
                </a:cubicBezTo>
                <a:cubicBezTo>
                  <a:pt x="5253064" y="844106"/>
                  <a:pt x="5215170" y="912756"/>
                  <a:pt x="5246520" y="942412"/>
                </a:cubicBezTo>
                <a:cubicBezTo>
                  <a:pt x="5255359" y="950358"/>
                  <a:pt x="5247812" y="967405"/>
                  <a:pt x="5235368" y="972946"/>
                </a:cubicBezTo>
                <a:cubicBezTo>
                  <a:pt x="5156387" y="1008610"/>
                  <a:pt x="5149354" y="1071149"/>
                  <a:pt x="5113739" y="1128845"/>
                </a:cubicBezTo>
                <a:cubicBezTo>
                  <a:pt x="5157305" y="1144685"/>
                  <a:pt x="5208388" y="1143005"/>
                  <a:pt x="5255034" y="1151117"/>
                </a:cubicBezTo>
                <a:cubicBezTo>
                  <a:pt x="5303482" y="1159484"/>
                  <a:pt x="5304156" y="1170079"/>
                  <a:pt x="5267513" y="1216275"/>
                </a:cubicBezTo>
                <a:cubicBezTo>
                  <a:pt x="5370269" y="1212844"/>
                  <a:pt x="5370269" y="1212844"/>
                  <a:pt x="5343113" y="1281854"/>
                </a:cubicBezTo>
                <a:cubicBezTo>
                  <a:pt x="5386272" y="1279593"/>
                  <a:pt x="5428618" y="1334726"/>
                  <a:pt x="5452014" y="1385543"/>
                </a:cubicBezTo>
                <a:lnTo>
                  <a:pt x="5459078" y="1404268"/>
                </a:lnTo>
                <a:lnTo>
                  <a:pt x="5458838" y="1406644"/>
                </a:lnTo>
                <a:cubicBezTo>
                  <a:pt x="5457942" y="1418063"/>
                  <a:pt x="5456960" y="1434367"/>
                  <a:pt x="5455752" y="1450751"/>
                </a:cubicBezTo>
                <a:lnTo>
                  <a:pt x="5454594" y="1464662"/>
                </a:lnTo>
                <a:lnTo>
                  <a:pt x="5447215" y="1463321"/>
                </a:lnTo>
                <a:cubicBezTo>
                  <a:pt x="5441256" y="1459714"/>
                  <a:pt x="5437002" y="1458345"/>
                  <a:pt x="5433934" y="1458428"/>
                </a:cubicBezTo>
                <a:cubicBezTo>
                  <a:pt x="5424728" y="1458676"/>
                  <a:pt x="5426188" y="1471978"/>
                  <a:pt x="5424276" y="1477014"/>
                </a:cubicBezTo>
                <a:cubicBezTo>
                  <a:pt x="5417851" y="1492977"/>
                  <a:pt x="5433852" y="1501241"/>
                  <a:pt x="5444628" y="1511562"/>
                </a:cubicBezTo>
                <a:cubicBezTo>
                  <a:pt x="5448663" y="1515344"/>
                  <a:pt x="5451544" y="1497678"/>
                  <a:pt x="5453752" y="1474786"/>
                </a:cubicBezTo>
                <a:lnTo>
                  <a:pt x="5454594" y="1464662"/>
                </a:lnTo>
                <a:lnTo>
                  <a:pt x="5463208" y="1466226"/>
                </a:lnTo>
                <a:lnTo>
                  <a:pt x="5463164" y="1484226"/>
                </a:lnTo>
                <a:cubicBezTo>
                  <a:pt x="5462722" y="1528173"/>
                  <a:pt x="5460824" y="1571999"/>
                  <a:pt x="5456160" y="1575885"/>
                </a:cubicBezTo>
                <a:cubicBezTo>
                  <a:pt x="5406708" y="1617226"/>
                  <a:pt x="5442751" y="1692579"/>
                  <a:pt x="5345636" y="1714543"/>
                </a:cubicBezTo>
                <a:cubicBezTo>
                  <a:pt x="5301930" y="1724583"/>
                  <a:pt x="5282493" y="1755882"/>
                  <a:pt x="5251319" y="1775792"/>
                </a:cubicBezTo>
                <a:cubicBezTo>
                  <a:pt x="5142610" y="1844714"/>
                  <a:pt x="5072132" y="1925140"/>
                  <a:pt x="5043512" y="2027305"/>
                </a:cubicBezTo>
                <a:cubicBezTo>
                  <a:pt x="5035488" y="2055562"/>
                  <a:pt x="5000258" y="2081893"/>
                  <a:pt x="4978144" y="2108535"/>
                </a:cubicBezTo>
                <a:cubicBezTo>
                  <a:pt x="4990785" y="2124798"/>
                  <a:pt x="5050411" y="2079615"/>
                  <a:pt x="5031476" y="2128173"/>
                </a:cubicBezTo>
                <a:cubicBezTo>
                  <a:pt x="5017138" y="2164787"/>
                  <a:pt x="4975973" y="2191363"/>
                  <a:pt x="4937389" y="2216441"/>
                </a:cubicBezTo>
                <a:cubicBezTo>
                  <a:pt x="4893079" y="2245058"/>
                  <a:pt x="4843760" y="2269776"/>
                  <a:pt x="4826122" y="2315331"/>
                </a:cubicBezTo>
                <a:cubicBezTo>
                  <a:pt x="4822276" y="2325050"/>
                  <a:pt x="3896510" y="3112888"/>
                  <a:pt x="2544647" y="3190975"/>
                </a:cubicBezTo>
                <a:cubicBezTo>
                  <a:pt x="2323734" y="3203734"/>
                  <a:pt x="1445947" y="3169121"/>
                  <a:pt x="1328257" y="3153006"/>
                </a:cubicBezTo>
                <a:cubicBezTo>
                  <a:pt x="1207258" y="3136344"/>
                  <a:pt x="1101756" y="3091943"/>
                  <a:pt x="977943" y="3082502"/>
                </a:cubicBezTo>
                <a:cubicBezTo>
                  <a:pt x="912454" y="3077622"/>
                  <a:pt x="848655" y="3061861"/>
                  <a:pt x="854473" y="2994250"/>
                </a:cubicBezTo>
                <a:cubicBezTo>
                  <a:pt x="856228" y="2975057"/>
                  <a:pt x="838125" y="2961827"/>
                  <a:pt x="811593" y="2970498"/>
                </a:cubicBezTo>
                <a:cubicBezTo>
                  <a:pt x="761454" y="2987010"/>
                  <a:pt x="736680" y="2962489"/>
                  <a:pt x="707024" y="2945439"/>
                </a:cubicBezTo>
                <a:cubicBezTo>
                  <a:pt x="654509" y="2915262"/>
                  <a:pt x="603913" y="2882480"/>
                  <a:pt x="523487" y="2886053"/>
                </a:cubicBezTo>
                <a:cubicBezTo>
                  <a:pt x="537017" y="2855468"/>
                  <a:pt x="563587" y="2856758"/>
                  <a:pt x="587884" y="2859746"/>
                </a:cubicBezTo>
                <a:cubicBezTo>
                  <a:pt x="652090" y="2867866"/>
                  <a:pt x="715235" y="2878012"/>
                  <a:pt x="779426" y="2885897"/>
                </a:cubicBezTo>
                <a:cubicBezTo>
                  <a:pt x="821123" y="2891048"/>
                  <a:pt x="863074" y="2900202"/>
                  <a:pt x="917288" y="2882248"/>
                </a:cubicBezTo>
                <a:cubicBezTo>
                  <a:pt x="866364" y="2830288"/>
                  <a:pt x="785092" y="2829930"/>
                  <a:pt x="718684" y="2819941"/>
                </a:cubicBezTo>
                <a:cubicBezTo>
                  <a:pt x="635747" y="2807447"/>
                  <a:pt x="584925" y="2771133"/>
                  <a:pt x="524650" y="2731220"/>
                </a:cubicBezTo>
                <a:cubicBezTo>
                  <a:pt x="584180" y="2712621"/>
                  <a:pt x="623299" y="2742760"/>
                  <a:pt x="670138" y="2735189"/>
                </a:cubicBezTo>
                <a:cubicBezTo>
                  <a:pt x="672406" y="2728745"/>
                  <a:pt x="675988" y="2719532"/>
                  <a:pt x="675382" y="2719369"/>
                </a:cubicBezTo>
                <a:cubicBezTo>
                  <a:pt x="596666" y="2703042"/>
                  <a:pt x="557844" y="2658869"/>
                  <a:pt x="542021" y="2601946"/>
                </a:cubicBezTo>
                <a:cubicBezTo>
                  <a:pt x="533902" y="2572560"/>
                  <a:pt x="505246" y="2566541"/>
                  <a:pt x="476895" y="2555976"/>
                </a:cubicBezTo>
                <a:cubicBezTo>
                  <a:pt x="377189" y="2518466"/>
                  <a:pt x="272496" y="2486779"/>
                  <a:pt x="188751" y="2428830"/>
                </a:cubicBezTo>
                <a:cubicBezTo>
                  <a:pt x="280875" y="2426687"/>
                  <a:pt x="357216" y="2461808"/>
                  <a:pt x="456762" y="2468731"/>
                </a:cubicBezTo>
                <a:cubicBezTo>
                  <a:pt x="373794" y="2404281"/>
                  <a:pt x="269816" y="2379152"/>
                  <a:pt x="174514" y="2345378"/>
                </a:cubicBezTo>
                <a:cubicBezTo>
                  <a:pt x="130977" y="2330009"/>
                  <a:pt x="90329" y="2308598"/>
                  <a:pt x="38827" y="2303685"/>
                </a:cubicBezTo>
                <a:cubicBezTo>
                  <a:pt x="20556" y="2301864"/>
                  <a:pt x="-10092" y="2297272"/>
                  <a:pt x="3281" y="2273587"/>
                </a:cubicBezTo>
                <a:cubicBezTo>
                  <a:pt x="14533" y="2253956"/>
                  <a:pt x="39095" y="2256437"/>
                  <a:pt x="61590" y="2259170"/>
                </a:cubicBezTo>
                <a:cubicBezTo>
                  <a:pt x="115591" y="2265916"/>
                  <a:pt x="170539" y="2259497"/>
                  <a:pt x="242291" y="2250569"/>
                </a:cubicBezTo>
                <a:cubicBezTo>
                  <a:pt x="178223" y="2197829"/>
                  <a:pt x="68904" y="2229102"/>
                  <a:pt x="13205" y="2172263"/>
                </a:cubicBezTo>
                <a:cubicBezTo>
                  <a:pt x="77196" y="2153598"/>
                  <a:pt x="128251" y="2170191"/>
                  <a:pt x="180810" y="2168333"/>
                </a:cubicBezTo>
                <a:cubicBezTo>
                  <a:pt x="228319" y="2166612"/>
                  <a:pt x="239444" y="2154350"/>
                  <a:pt x="226020" y="2121100"/>
                </a:cubicBezTo>
                <a:cubicBezTo>
                  <a:pt x="205165" y="2069293"/>
                  <a:pt x="229388" y="2038364"/>
                  <a:pt x="299145" y="2044862"/>
                </a:cubicBezTo>
                <a:cubicBezTo>
                  <a:pt x="363822" y="2051027"/>
                  <a:pt x="369032" y="2029991"/>
                  <a:pt x="350236" y="2001187"/>
                </a:cubicBezTo>
                <a:cubicBezTo>
                  <a:pt x="322862" y="1959187"/>
                  <a:pt x="348423" y="1921214"/>
                  <a:pt x="365223" y="1881218"/>
                </a:cubicBezTo>
                <a:cubicBezTo>
                  <a:pt x="390527" y="1820499"/>
                  <a:pt x="376326" y="1793748"/>
                  <a:pt x="310707" y="1758752"/>
                </a:cubicBezTo>
                <a:cubicBezTo>
                  <a:pt x="273754" y="1739265"/>
                  <a:pt x="234367" y="1723631"/>
                  <a:pt x="181659" y="1709137"/>
                </a:cubicBezTo>
                <a:cubicBezTo>
                  <a:pt x="299387" y="1683727"/>
                  <a:pt x="172918" y="1660608"/>
                  <a:pt x="213063" y="1632021"/>
                </a:cubicBezTo>
                <a:cubicBezTo>
                  <a:pt x="296030" y="1612244"/>
                  <a:pt x="369047" y="1679323"/>
                  <a:pt x="481390" y="1644125"/>
                </a:cubicBezTo>
                <a:cubicBezTo>
                  <a:pt x="336659" y="1595935"/>
                  <a:pt x="176348" y="1532074"/>
                  <a:pt x="68930" y="1457537"/>
                </a:cubicBezTo>
                <a:cubicBezTo>
                  <a:pt x="91299" y="1434897"/>
                  <a:pt x="115799" y="1450436"/>
                  <a:pt x="135138" y="1440976"/>
                </a:cubicBezTo>
                <a:cubicBezTo>
                  <a:pt x="133952" y="1436374"/>
                  <a:pt x="135290" y="1429332"/>
                  <a:pt x="131611" y="1427642"/>
                </a:cubicBezTo>
                <a:cubicBezTo>
                  <a:pt x="52402" y="1389548"/>
                  <a:pt x="51441" y="1388478"/>
                  <a:pt x="130443" y="1343795"/>
                </a:cubicBezTo>
                <a:cubicBezTo>
                  <a:pt x="158017" y="1328118"/>
                  <a:pt x="154966" y="1317573"/>
                  <a:pt x="138930" y="1304094"/>
                </a:cubicBezTo>
                <a:cubicBezTo>
                  <a:pt x="127608" y="1294551"/>
                  <a:pt x="113720" y="1286742"/>
                  <a:pt x="118409" y="1262212"/>
                </a:cubicBezTo>
                <a:cubicBezTo>
                  <a:pt x="164937" y="1287183"/>
                  <a:pt x="383505" y="1312432"/>
                  <a:pt x="421410" y="1304757"/>
                </a:cubicBezTo>
                <a:cubicBezTo>
                  <a:pt x="464009" y="1296037"/>
                  <a:pt x="610877" y="1288926"/>
                  <a:pt x="655702" y="1291801"/>
                </a:cubicBezTo>
                <a:cubicBezTo>
                  <a:pt x="653235" y="1290438"/>
                  <a:pt x="650767" y="1289077"/>
                  <a:pt x="648299" y="1287715"/>
                </a:cubicBezTo>
                <a:cubicBezTo>
                  <a:pt x="603999" y="1260339"/>
                  <a:pt x="559107" y="1233035"/>
                  <a:pt x="531027" y="1193967"/>
                </a:cubicBezTo>
                <a:cubicBezTo>
                  <a:pt x="529741" y="1192462"/>
                  <a:pt x="529061" y="1191120"/>
                  <a:pt x="526433" y="1191913"/>
                </a:cubicBezTo>
                <a:cubicBezTo>
                  <a:pt x="503415" y="1199684"/>
                  <a:pt x="505590" y="1187083"/>
                  <a:pt x="504666" y="1177230"/>
                </a:cubicBezTo>
                <a:cubicBezTo>
                  <a:pt x="503726" y="1167141"/>
                  <a:pt x="499378" y="1159602"/>
                  <a:pt x="482307" y="1162618"/>
                </a:cubicBezTo>
                <a:cubicBezTo>
                  <a:pt x="481421" y="1162726"/>
                  <a:pt x="480226" y="1162633"/>
                  <a:pt x="479029" y="1162540"/>
                </a:cubicBezTo>
                <a:cubicBezTo>
                  <a:pt x="470949" y="1161859"/>
                  <a:pt x="444139" y="1138059"/>
                  <a:pt x="447663" y="1132649"/>
                </a:cubicBezTo>
                <a:cubicBezTo>
                  <a:pt x="455539" y="1120781"/>
                  <a:pt x="446335" y="1116439"/>
                  <a:pt x="438547" y="1110977"/>
                </a:cubicBezTo>
                <a:cubicBezTo>
                  <a:pt x="427656" y="1103517"/>
                  <a:pt x="416795" y="1096529"/>
                  <a:pt x="405343" y="1089612"/>
                </a:cubicBezTo>
                <a:cubicBezTo>
                  <a:pt x="394202" y="1082895"/>
                  <a:pt x="382794" y="1076684"/>
                  <a:pt x="371373" y="1070238"/>
                </a:cubicBezTo>
                <a:cubicBezTo>
                  <a:pt x="344889" y="1065616"/>
                  <a:pt x="318169" y="1061972"/>
                  <a:pt x="290358" y="1059884"/>
                </a:cubicBezTo>
                <a:cubicBezTo>
                  <a:pt x="269709" y="1058114"/>
                  <a:pt x="246624" y="1055453"/>
                  <a:pt x="235140" y="1029322"/>
                </a:cubicBezTo>
                <a:cubicBezTo>
                  <a:pt x="256895" y="1029771"/>
                  <a:pt x="278695" y="1030927"/>
                  <a:pt x="300494" y="1032083"/>
                </a:cubicBezTo>
                <a:cubicBezTo>
                  <a:pt x="279542" y="1020860"/>
                  <a:pt x="259181" y="1009565"/>
                  <a:pt x="239661" y="997457"/>
                </a:cubicBezTo>
                <a:cubicBezTo>
                  <a:pt x="223540" y="987309"/>
                  <a:pt x="210281" y="975391"/>
                  <a:pt x="204788" y="959211"/>
                </a:cubicBezTo>
                <a:cubicBezTo>
                  <a:pt x="203337" y="955117"/>
                  <a:pt x="202166" y="950750"/>
                  <a:pt x="207583" y="947009"/>
                </a:cubicBezTo>
                <a:cubicBezTo>
                  <a:pt x="213561" y="942727"/>
                  <a:pt x="218466" y="944980"/>
                  <a:pt x="223061" y="947033"/>
                </a:cubicBezTo>
                <a:cubicBezTo>
                  <a:pt x="242046" y="955410"/>
                  <a:pt x="261311" y="963516"/>
                  <a:pt x="280015" y="972164"/>
                </a:cubicBezTo>
                <a:cubicBezTo>
                  <a:pt x="304852" y="983629"/>
                  <a:pt x="329408" y="995365"/>
                  <a:pt x="353948" y="1006865"/>
                </a:cubicBezTo>
                <a:cubicBezTo>
                  <a:pt x="319294" y="981405"/>
                  <a:pt x="281290" y="959435"/>
                  <a:pt x="240466" y="939943"/>
                </a:cubicBezTo>
                <a:cubicBezTo>
                  <a:pt x="210990" y="925718"/>
                  <a:pt x="181514" y="911494"/>
                  <a:pt x="158812" y="891467"/>
                </a:cubicBezTo>
                <a:cubicBezTo>
                  <a:pt x="147166" y="881489"/>
                  <a:pt x="141336" y="869384"/>
                  <a:pt x="139551" y="855364"/>
                </a:cubicBezTo>
                <a:cubicBezTo>
                  <a:pt x="139312" y="851597"/>
                  <a:pt x="139634" y="847287"/>
                  <a:pt x="145731" y="844888"/>
                </a:cubicBezTo>
                <a:cubicBezTo>
                  <a:pt x="151843" y="842724"/>
                  <a:pt x="155581" y="845356"/>
                  <a:pt x="158154" y="848366"/>
                </a:cubicBezTo>
                <a:cubicBezTo>
                  <a:pt x="161052" y="851811"/>
                  <a:pt x="164496" y="854479"/>
                  <a:pt x="169370" y="856260"/>
                </a:cubicBezTo>
                <a:cubicBezTo>
                  <a:pt x="212096" y="872913"/>
                  <a:pt x="249775" y="894448"/>
                  <a:pt x="288295" y="915169"/>
                </a:cubicBezTo>
                <a:cubicBezTo>
                  <a:pt x="343452" y="944788"/>
                  <a:pt x="397769" y="975222"/>
                  <a:pt x="462694" y="994643"/>
                </a:cubicBezTo>
                <a:cubicBezTo>
                  <a:pt x="487260" y="1001870"/>
                  <a:pt x="512622" y="1007575"/>
                  <a:pt x="531910" y="1006664"/>
                </a:cubicBezTo>
                <a:cubicBezTo>
                  <a:pt x="460990" y="972547"/>
                  <a:pt x="394087" y="936046"/>
                  <a:pt x="333940" y="893507"/>
                </a:cubicBezTo>
                <a:cubicBezTo>
                  <a:pt x="273173" y="850568"/>
                  <a:pt x="219876" y="803403"/>
                  <a:pt x="181443" y="746608"/>
                </a:cubicBezTo>
                <a:cubicBezTo>
                  <a:pt x="177494" y="740681"/>
                  <a:pt x="175038" y="734810"/>
                  <a:pt x="162678" y="737018"/>
                </a:cubicBezTo>
                <a:cubicBezTo>
                  <a:pt x="157082" y="737933"/>
                  <a:pt x="155070" y="734381"/>
                  <a:pt x="156307" y="730435"/>
                </a:cubicBezTo>
                <a:cubicBezTo>
                  <a:pt x="164051" y="702450"/>
                  <a:pt x="145532" y="687373"/>
                  <a:pt x="117227" y="677515"/>
                </a:cubicBezTo>
                <a:cubicBezTo>
                  <a:pt x="108392" y="674314"/>
                  <a:pt x="107546" y="670384"/>
                  <a:pt x="113655" y="663474"/>
                </a:cubicBezTo>
                <a:cubicBezTo>
                  <a:pt x="121976" y="653926"/>
                  <a:pt x="120506" y="644851"/>
                  <a:pt x="115226" y="636712"/>
                </a:cubicBezTo>
                <a:cubicBezTo>
                  <a:pt x="112224" y="631619"/>
                  <a:pt x="108350" y="626868"/>
                  <a:pt x="105067" y="622046"/>
                </a:cubicBezTo>
                <a:cubicBezTo>
                  <a:pt x="102790" y="619000"/>
                  <a:pt x="99022" y="615897"/>
                  <a:pt x="104113" y="611722"/>
                </a:cubicBezTo>
                <a:cubicBezTo>
                  <a:pt x="108939" y="608053"/>
                  <a:pt x="114081" y="609328"/>
                  <a:pt x="118895" y="610169"/>
                </a:cubicBezTo>
                <a:cubicBezTo>
                  <a:pt x="142040" y="613772"/>
                  <a:pt x="156094" y="624170"/>
                  <a:pt x="163095" y="640642"/>
                </a:cubicBezTo>
                <a:cubicBezTo>
                  <a:pt x="168334" y="652819"/>
                  <a:pt x="173104" y="652953"/>
                  <a:pt x="185766" y="641454"/>
                </a:cubicBezTo>
                <a:cubicBezTo>
                  <a:pt x="195327" y="632704"/>
                  <a:pt x="204232" y="632337"/>
                  <a:pt x="212892" y="637457"/>
                </a:cubicBezTo>
                <a:cubicBezTo>
                  <a:pt x="217516" y="639981"/>
                  <a:pt x="220444" y="643897"/>
                  <a:pt x="223932" y="647271"/>
                </a:cubicBezTo>
                <a:cubicBezTo>
                  <a:pt x="241420" y="664845"/>
                  <a:pt x="259762" y="681841"/>
                  <a:pt x="287167" y="691571"/>
                </a:cubicBezTo>
                <a:cubicBezTo>
                  <a:pt x="299355" y="696027"/>
                  <a:pt x="312354" y="699197"/>
                  <a:pt x="330380" y="692506"/>
                </a:cubicBezTo>
                <a:cubicBezTo>
                  <a:pt x="318517" y="688486"/>
                  <a:pt x="306954" y="689175"/>
                  <a:pt x="296172" y="688108"/>
                </a:cubicBezTo>
                <a:cubicBezTo>
                  <a:pt x="285390" y="687041"/>
                  <a:pt x="279539" y="683953"/>
                  <a:pt x="286974" y="674512"/>
                </a:cubicBezTo>
                <a:cubicBezTo>
                  <a:pt x="291105" y="669267"/>
                  <a:pt x="290555" y="665301"/>
                  <a:pt x="286166" y="661798"/>
                </a:cubicBezTo>
                <a:cubicBezTo>
                  <a:pt x="272052" y="650459"/>
                  <a:pt x="264416" y="633352"/>
                  <a:pt x="236268" y="635338"/>
                </a:cubicBezTo>
                <a:cubicBezTo>
                  <a:pt x="234792" y="635517"/>
                  <a:pt x="233255" y="634754"/>
                  <a:pt x="231734" y="634225"/>
                </a:cubicBezTo>
                <a:cubicBezTo>
                  <a:pt x="225957" y="632316"/>
                  <a:pt x="219575" y="630241"/>
                  <a:pt x="221253" y="623870"/>
                </a:cubicBezTo>
                <a:cubicBezTo>
                  <a:pt x="223227" y="617462"/>
                  <a:pt x="230816" y="615119"/>
                  <a:pt x="237564" y="613590"/>
                </a:cubicBezTo>
                <a:cubicBezTo>
                  <a:pt x="254884" y="609831"/>
                  <a:pt x="268844" y="614072"/>
                  <a:pt x="282259" y="619091"/>
                </a:cubicBezTo>
                <a:cubicBezTo>
                  <a:pt x="314893" y="631509"/>
                  <a:pt x="342201" y="649080"/>
                  <a:pt x="370630" y="665566"/>
                </a:cubicBezTo>
                <a:cubicBezTo>
                  <a:pt x="413275" y="690295"/>
                  <a:pt x="451153" y="719635"/>
                  <a:pt x="498017" y="740532"/>
                </a:cubicBezTo>
                <a:cubicBezTo>
                  <a:pt x="637369" y="802423"/>
                  <a:pt x="774774" y="866448"/>
                  <a:pt x="918036" y="924307"/>
                </a:cubicBezTo>
                <a:cubicBezTo>
                  <a:pt x="970882" y="945666"/>
                  <a:pt x="1024819" y="965469"/>
                  <a:pt x="1079304" y="984494"/>
                </a:cubicBezTo>
                <a:cubicBezTo>
                  <a:pt x="1079509" y="983045"/>
                  <a:pt x="1079744" y="982067"/>
                  <a:pt x="1079935" y="980383"/>
                </a:cubicBezTo>
                <a:cubicBezTo>
                  <a:pt x="1079860" y="979206"/>
                  <a:pt x="1079770" y="977793"/>
                  <a:pt x="1079695" y="976616"/>
                </a:cubicBezTo>
                <a:cubicBezTo>
                  <a:pt x="1041139" y="964679"/>
                  <a:pt x="1003098" y="951491"/>
                  <a:pt x="966178" y="937219"/>
                </a:cubicBezTo>
                <a:cubicBezTo>
                  <a:pt x="875541" y="901932"/>
                  <a:pt x="791930" y="860100"/>
                  <a:pt x="720106" y="807112"/>
                </a:cubicBezTo>
                <a:cubicBezTo>
                  <a:pt x="714181" y="802848"/>
                  <a:pt x="707904" y="802421"/>
                  <a:pt x="698823" y="804708"/>
                </a:cubicBezTo>
                <a:cubicBezTo>
                  <a:pt x="669544" y="812288"/>
                  <a:pt x="659939" y="806334"/>
                  <a:pt x="664513" y="784663"/>
                </a:cubicBezTo>
                <a:cubicBezTo>
                  <a:pt x="665660" y="779304"/>
                  <a:pt x="665686" y="775031"/>
                  <a:pt x="660380" y="771165"/>
                </a:cubicBezTo>
                <a:cubicBezTo>
                  <a:pt x="636661" y="753871"/>
                  <a:pt x="611807" y="737427"/>
                  <a:pt x="584959" y="722409"/>
                </a:cubicBezTo>
                <a:cubicBezTo>
                  <a:pt x="535282" y="694735"/>
                  <a:pt x="482226" y="670082"/>
                  <a:pt x="435649" y="639659"/>
                </a:cubicBezTo>
                <a:cubicBezTo>
                  <a:pt x="421965" y="630403"/>
                  <a:pt x="411440" y="619340"/>
                  <a:pt x="404944" y="606128"/>
                </a:cubicBezTo>
                <a:cubicBezTo>
                  <a:pt x="402872" y="601635"/>
                  <a:pt x="401613" y="595856"/>
                  <a:pt x="408476" y="591466"/>
                </a:cubicBezTo>
                <a:cubicBezTo>
                  <a:pt x="415044" y="587111"/>
                  <a:pt x="420320" y="590506"/>
                  <a:pt x="425225" y="592759"/>
                </a:cubicBezTo>
                <a:cubicBezTo>
                  <a:pt x="445746" y="601899"/>
                  <a:pt x="466578" y="611238"/>
                  <a:pt x="487115" y="620614"/>
                </a:cubicBezTo>
                <a:cubicBezTo>
                  <a:pt x="507947" y="629954"/>
                  <a:pt x="528514" y="639800"/>
                  <a:pt x="550277" y="649738"/>
                </a:cubicBezTo>
                <a:cubicBezTo>
                  <a:pt x="551408" y="644145"/>
                  <a:pt x="546904" y="643504"/>
                  <a:pt x="544421" y="641907"/>
                </a:cubicBezTo>
                <a:cubicBezTo>
                  <a:pt x="509355" y="619344"/>
                  <a:pt x="471190" y="599529"/>
                  <a:pt x="431905" y="580799"/>
                </a:cubicBezTo>
                <a:cubicBezTo>
                  <a:pt x="401512" y="566211"/>
                  <a:pt x="371947" y="550574"/>
                  <a:pt x="351177" y="528177"/>
                </a:cubicBezTo>
                <a:cubicBezTo>
                  <a:pt x="343180" y="519419"/>
                  <a:pt x="338696" y="509759"/>
                  <a:pt x="339749" y="498244"/>
                </a:cubicBezTo>
                <a:cubicBezTo>
                  <a:pt x="340115" y="494641"/>
                  <a:pt x="340481" y="491037"/>
                  <a:pt x="346313" y="489145"/>
                </a:cubicBezTo>
                <a:cubicBezTo>
                  <a:pt x="350979" y="487631"/>
                  <a:pt x="354067" y="489392"/>
                  <a:pt x="356579" y="491460"/>
                </a:cubicBezTo>
                <a:cubicBezTo>
                  <a:pt x="360984" y="495197"/>
                  <a:pt x="365388" y="498934"/>
                  <a:pt x="371505" y="501516"/>
                </a:cubicBezTo>
                <a:cubicBezTo>
                  <a:pt x="408203" y="517000"/>
                  <a:pt x="442659" y="534654"/>
                  <a:pt x="476275" y="553122"/>
                </a:cubicBezTo>
                <a:cubicBezTo>
                  <a:pt x="531461" y="583213"/>
                  <a:pt x="586103" y="614082"/>
                  <a:pt x="649952" y="635294"/>
                </a:cubicBezTo>
                <a:cubicBezTo>
                  <a:pt x="673972" y="643298"/>
                  <a:pt x="698805" y="650018"/>
                  <a:pt x="727161" y="651328"/>
                </a:cubicBezTo>
                <a:cubicBezTo>
                  <a:pt x="726126" y="649081"/>
                  <a:pt x="724263" y="647883"/>
                  <a:pt x="722417" y="646921"/>
                </a:cubicBezTo>
                <a:cubicBezTo>
                  <a:pt x="660627" y="615969"/>
                  <a:pt x="600830" y="583590"/>
                  <a:pt x="546079" y="546328"/>
                </a:cubicBezTo>
                <a:cubicBezTo>
                  <a:pt x="478576" y="500409"/>
                  <a:pt x="420223" y="448637"/>
                  <a:pt x="378182" y="386585"/>
                </a:cubicBezTo>
                <a:cubicBezTo>
                  <a:pt x="376229" y="383975"/>
                  <a:pt x="374884" y="381528"/>
                  <a:pt x="370158" y="382100"/>
                </a:cubicBezTo>
                <a:cubicBezTo>
                  <a:pt x="358064" y="383802"/>
                  <a:pt x="356583" y="379236"/>
                  <a:pt x="357861" y="371252"/>
                </a:cubicBezTo>
                <a:cubicBezTo>
                  <a:pt x="361373" y="351608"/>
                  <a:pt x="352380" y="336565"/>
                  <a:pt x="331313" y="328203"/>
                </a:cubicBezTo>
                <a:cubicBezTo>
                  <a:pt x="316037" y="321986"/>
                  <a:pt x="303183" y="316425"/>
                  <a:pt x="319354" y="299282"/>
                </a:cubicBezTo>
                <a:cubicBezTo>
                  <a:pt x="323265" y="295249"/>
                  <a:pt x="321459" y="290249"/>
                  <a:pt x="319682" y="285719"/>
                </a:cubicBezTo>
                <a:cubicBezTo>
                  <a:pt x="317166" y="278905"/>
                  <a:pt x="312080" y="273828"/>
                  <a:pt x="306391" y="268585"/>
                </a:cubicBezTo>
                <a:cubicBezTo>
                  <a:pt x="303227" y="265647"/>
                  <a:pt x="299399" y="261602"/>
                  <a:pt x="303294" y="257334"/>
                </a:cubicBezTo>
                <a:cubicBezTo>
                  <a:pt x="307735" y="252289"/>
                  <a:pt x="314131" y="254598"/>
                  <a:pt x="319242" y="255403"/>
                </a:cubicBezTo>
                <a:cubicBezTo>
                  <a:pt x="342683" y="258970"/>
                  <a:pt x="357062" y="269803"/>
                  <a:pt x="364093" y="286745"/>
                </a:cubicBezTo>
                <a:cubicBezTo>
                  <a:pt x="368651" y="297582"/>
                  <a:pt x="374307" y="297608"/>
                  <a:pt x="385301" y="287973"/>
                </a:cubicBezTo>
                <a:cubicBezTo>
                  <a:pt x="397712" y="277216"/>
                  <a:pt x="408079" y="276436"/>
                  <a:pt x="417598" y="285722"/>
                </a:cubicBezTo>
                <a:cubicBezTo>
                  <a:pt x="425226" y="293339"/>
                  <a:pt x="431406" y="301607"/>
                  <a:pt x="440155" y="308139"/>
                </a:cubicBezTo>
                <a:cubicBezTo>
                  <a:pt x="463623" y="326175"/>
                  <a:pt x="485720" y="346039"/>
                  <a:pt x="534406" y="339430"/>
                </a:cubicBezTo>
                <a:cubicBezTo>
                  <a:pt x="520872" y="332528"/>
                  <a:pt x="507316" y="334645"/>
                  <a:pt x="495633" y="333450"/>
                </a:cubicBezTo>
                <a:cubicBezTo>
                  <a:pt x="487244" y="332567"/>
                  <a:pt x="478750" y="330037"/>
                  <a:pt x="486289" y="322243"/>
                </a:cubicBezTo>
                <a:cubicBezTo>
                  <a:pt x="494951" y="313365"/>
                  <a:pt x="489365" y="309771"/>
                  <a:pt x="484000" y="304964"/>
                </a:cubicBezTo>
                <a:cubicBezTo>
                  <a:pt x="471673" y="293645"/>
                  <a:pt x="461604" y="280392"/>
                  <a:pt x="436911" y="280536"/>
                </a:cubicBezTo>
                <a:cubicBezTo>
                  <a:pt x="433041" y="280530"/>
                  <a:pt x="429923" y="278297"/>
                  <a:pt x="426865" y="277007"/>
                </a:cubicBezTo>
                <a:cubicBezTo>
                  <a:pt x="422581" y="275154"/>
                  <a:pt x="418872" y="272993"/>
                  <a:pt x="420654" y="268269"/>
                </a:cubicBezTo>
                <a:cubicBezTo>
                  <a:pt x="422468" y="264016"/>
                  <a:pt x="426748" y="261125"/>
                  <a:pt x="432329" y="259975"/>
                </a:cubicBezTo>
                <a:cubicBezTo>
                  <a:pt x="437320" y="258895"/>
                  <a:pt x="442621" y="258016"/>
                  <a:pt x="447672" y="257879"/>
                </a:cubicBezTo>
                <a:cubicBezTo>
                  <a:pt x="470223" y="256809"/>
                  <a:pt x="486254" y="265543"/>
                  <a:pt x="502242" y="273572"/>
                </a:cubicBezTo>
                <a:cubicBezTo>
                  <a:pt x="558179" y="301436"/>
                  <a:pt x="607891" y="334326"/>
                  <a:pt x="659874" y="365516"/>
                </a:cubicBezTo>
                <a:cubicBezTo>
                  <a:pt x="711842" y="396471"/>
                  <a:pt x="772192" y="418818"/>
                  <a:pt x="829177" y="444421"/>
                </a:cubicBezTo>
                <a:cubicBezTo>
                  <a:pt x="960626" y="503711"/>
                  <a:pt x="1092650" y="562693"/>
                  <a:pt x="1231903" y="613682"/>
                </a:cubicBezTo>
                <a:cubicBezTo>
                  <a:pt x="1368099" y="663381"/>
                  <a:pt x="1823141" y="686561"/>
                  <a:pt x="1911736" y="685084"/>
                </a:cubicBezTo>
                <a:cubicBezTo>
                  <a:pt x="2024994" y="682992"/>
                  <a:pt x="2291986" y="655399"/>
                  <a:pt x="2564313" y="632143"/>
                </a:cubicBezTo>
                <a:cubicBezTo>
                  <a:pt x="2595089" y="629364"/>
                  <a:pt x="2625288" y="626893"/>
                  <a:pt x="2657304" y="624913"/>
                </a:cubicBezTo>
                <a:cubicBezTo>
                  <a:pt x="3564401" y="568191"/>
                  <a:pt x="4203594" y="276765"/>
                  <a:pt x="4235818" y="259339"/>
                </a:cubicBezTo>
                <a:cubicBezTo>
                  <a:pt x="4287616" y="231474"/>
                  <a:pt x="4460006" y="176429"/>
                  <a:pt x="4460331" y="176864"/>
                </a:cubicBezTo>
                <a:cubicBezTo>
                  <a:pt x="4464175" y="181144"/>
                  <a:pt x="4483735" y="184529"/>
                  <a:pt x="4499578" y="186791"/>
                </a:cubicBezTo>
                <a:lnTo>
                  <a:pt x="4514640" y="188841"/>
                </a:lnTo>
                <a:lnTo>
                  <a:pt x="4516523" y="189988"/>
                </a:lnTo>
                <a:cubicBezTo>
                  <a:pt x="4522035" y="190091"/>
                  <a:pt x="4521760" y="189857"/>
                  <a:pt x="4518126" y="189316"/>
                </a:cubicBezTo>
                <a:lnTo>
                  <a:pt x="4514640" y="188841"/>
                </a:lnTo>
                <a:lnTo>
                  <a:pt x="4511569" y="186970"/>
                </a:lnTo>
                <a:cubicBezTo>
                  <a:pt x="4510788" y="185226"/>
                  <a:pt x="4510719" y="182981"/>
                  <a:pt x="4510888" y="180943"/>
                </a:cubicBezTo>
                <a:cubicBezTo>
                  <a:pt x="4511690" y="170169"/>
                  <a:pt x="4517648" y="160906"/>
                  <a:pt x="4531865" y="155151"/>
                </a:cubicBezTo>
                <a:cubicBezTo>
                  <a:pt x="4545507" y="149703"/>
                  <a:pt x="4559473" y="144689"/>
                  <a:pt x="4573441" y="139676"/>
                </a:cubicBezTo>
                <a:cubicBezTo>
                  <a:pt x="4585075" y="135420"/>
                  <a:pt x="4593048" y="134454"/>
                  <a:pt x="4594964" y="145847"/>
                </a:cubicBezTo>
                <a:cubicBezTo>
                  <a:pt x="4596879" y="157242"/>
                  <a:pt x="4613452" y="160454"/>
                  <a:pt x="4623059" y="152410"/>
                </a:cubicBezTo>
                <a:cubicBezTo>
                  <a:pt x="4660632" y="120811"/>
                  <a:pt x="4705757" y="95654"/>
                  <a:pt x="4748356" y="68192"/>
                </a:cubicBezTo>
                <a:cubicBezTo>
                  <a:pt x="4778098" y="49168"/>
                  <a:pt x="4809406" y="31378"/>
                  <a:pt x="4833812" y="8017"/>
                </a:cubicBezTo>
                <a:cubicBezTo>
                  <a:pt x="4838299" y="3678"/>
                  <a:pt x="4842399" y="-2039"/>
                  <a:pt x="4850908" y="727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7B6045-F441-9741-1DA7-F10A3A068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941" y="685801"/>
            <a:ext cx="3494859" cy="5491162"/>
          </a:xfrm>
        </p:spPr>
        <p:txBody>
          <a:bodyPr>
            <a:normAutofit/>
          </a:bodyPr>
          <a:lstStyle/>
          <a:p>
            <a:r>
              <a:rPr lang="en-US" dirty="0"/>
              <a:t>Metrics for Healthy On-Call Rotations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28303F0-DA7C-48C8-241E-F51926EE3A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6567974"/>
              </p:ext>
            </p:extLst>
          </p:nvPr>
        </p:nvGraphicFramePr>
        <p:xfrm>
          <a:off x="4702547" y="838199"/>
          <a:ext cx="6651253" cy="53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97843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B7468-FA2D-2EDA-8D42-D3EE2E856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2D97A-F7DA-B900-5C90-A367A2299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On-Call Rotations and Schedules</a:t>
            </a:r>
            <a:r>
              <a:rPr lang="en-US" dirty="0"/>
              <a:t>. (2025, September 4). PagerDuty. https://www.pagerduty.com/resources/incident-management-response/learn/call-rotations-schedules</a:t>
            </a:r>
          </a:p>
          <a:p>
            <a:r>
              <a:rPr lang="en-US" dirty="0"/>
              <a:t>‌ Shah, N. (2026, March 6). </a:t>
            </a:r>
            <a:r>
              <a:rPr lang="en-US" i="1" dirty="0"/>
              <a:t>On-Call Rotation Best Practices: Reducing Burnout and Improving Response  - DevOps.com</a:t>
            </a:r>
            <a:r>
              <a:rPr lang="en-US" dirty="0"/>
              <a:t>. DevOps.com. https://devops.com/on-call-rotation-best-practices-reducing-burnout-and-improving-response</a:t>
            </a:r>
          </a:p>
          <a:p>
            <a:r>
              <a:rPr lang="en-US" dirty="0"/>
              <a:t>‌ Cook, O., Smollett, S., Spadaccini, A., Donnelly, C., Ma, J., Evernote, G. P., Thorne, S., &amp; Yang, J. (2016). </a:t>
            </a:r>
            <a:r>
              <a:rPr lang="en-US" i="1" dirty="0"/>
              <a:t>On-Call</a:t>
            </a:r>
            <a:r>
              <a:rPr lang="en-US" dirty="0"/>
              <a:t>. </a:t>
            </a:r>
            <a:r>
              <a:rPr lang="en-US" dirty="0" err="1"/>
              <a:t>Sre.google</a:t>
            </a:r>
            <a:r>
              <a:rPr lang="en-US" dirty="0"/>
              <a:t>; Google SRE. https://sre.google/workbook/on-call</a:t>
            </a:r>
          </a:p>
          <a:p>
            <a:r>
              <a:rPr lang="en-US" dirty="0"/>
              <a:t>‌</a:t>
            </a:r>
            <a:r>
              <a:rPr lang="en-US" b="1" dirty="0"/>
              <a:t> Microsoft. (2026). </a:t>
            </a:r>
            <a:r>
              <a:rPr lang="en-US" b="1" i="1" dirty="0"/>
              <a:t>Microsoft Copilot</a:t>
            </a:r>
            <a:r>
              <a:rPr lang="en-US" b="1" dirty="0"/>
              <a:t> [Large language model]. Microsoft Corporation. </a:t>
            </a:r>
            <a:r>
              <a:rPr lang="en-US" b="1" dirty="0">
                <a:hlinkClick r:id="rId2" tooltip="copilot.microsoft.com"/>
              </a:rPr>
              <a:t>https://copilot.microsoft.com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602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413</Words>
  <Application>Microsoft Office PowerPoint</Application>
  <PresentationFormat>Widescreen</PresentationFormat>
  <Paragraphs>42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Pager Rotation Duties</vt:lpstr>
      <vt:lpstr>What is it?</vt:lpstr>
      <vt:lpstr>Why does it matter?</vt:lpstr>
      <vt:lpstr>Common On Call issues</vt:lpstr>
      <vt:lpstr>Best Practice: Rotation Design</vt:lpstr>
      <vt:lpstr>Best Practice: Alerting and Tooling</vt:lpstr>
      <vt:lpstr>Metrics for Healthy On-Call Rotations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rozendaal</dc:creator>
  <cp:lastModifiedBy>matthew rozendaal</cp:lastModifiedBy>
  <cp:revision>1</cp:revision>
  <dcterms:created xsi:type="dcterms:W3CDTF">2026-06-23T03:51:42Z</dcterms:created>
  <dcterms:modified xsi:type="dcterms:W3CDTF">2026-06-23T04:11:37Z</dcterms:modified>
</cp:coreProperties>
</file>