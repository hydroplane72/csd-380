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EA23CA-ED6A-4797-9844-C7F592339DE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088D25A-516F-4D4C-B285-0E1668F2DFE7}">
      <dgm:prSet/>
      <dgm:spPr/>
      <dgm:t>
        <a:bodyPr/>
        <a:lstStyle/>
        <a:p>
          <a:r>
            <a:rPr lang="en-US" dirty="0"/>
            <a:t>A rotation of personnel designed to provide 24/7 reliability/incident response</a:t>
          </a:r>
        </a:p>
      </dgm:t>
    </dgm:pt>
    <dgm:pt modelId="{07C2C463-E8B1-459F-9665-24B3245AB1BA}" type="parTrans" cxnId="{7F98429A-4876-405D-B488-73E5926BD8B2}">
      <dgm:prSet/>
      <dgm:spPr/>
      <dgm:t>
        <a:bodyPr/>
        <a:lstStyle/>
        <a:p>
          <a:endParaRPr lang="en-US"/>
        </a:p>
      </dgm:t>
    </dgm:pt>
    <dgm:pt modelId="{6E939EE8-E2D2-472A-960E-0D9CD7F253FB}" type="sibTrans" cxnId="{7F98429A-4876-405D-B488-73E5926BD8B2}">
      <dgm:prSet/>
      <dgm:spPr/>
      <dgm:t>
        <a:bodyPr/>
        <a:lstStyle/>
        <a:p>
          <a:endParaRPr lang="en-US"/>
        </a:p>
      </dgm:t>
    </dgm:pt>
    <dgm:pt modelId="{2A0CF3CB-76DC-4F1A-A7AD-5C50EAC011AA}">
      <dgm:prSet/>
      <dgm:spPr/>
      <dgm:t>
        <a:bodyPr/>
        <a:lstStyle/>
        <a:p>
          <a:r>
            <a:rPr lang="en-US" dirty="0"/>
            <a:t>Developers will be On Call for specified periods of times</a:t>
          </a:r>
        </a:p>
      </dgm:t>
    </dgm:pt>
    <dgm:pt modelId="{497F59DA-8C0D-405A-9D53-81DCB40DA26E}" type="parTrans" cxnId="{9CB657D6-5C1C-4D5D-B0AF-A7DE7C44C48D}">
      <dgm:prSet/>
      <dgm:spPr/>
      <dgm:t>
        <a:bodyPr/>
        <a:lstStyle/>
        <a:p>
          <a:endParaRPr lang="en-US"/>
        </a:p>
      </dgm:t>
    </dgm:pt>
    <dgm:pt modelId="{2D42F7CB-A686-4810-81E0-F434CB2FAAB8}" type="sibTrans" cxnId="{9CB657D6-5C1C-4D5D-B0AF-A7DE7C44C48D}">
      <dgm:prSet/>
      <dgm:spPr/>
      <dgm:t>
        <a:bodyPr/>
        <a:lstStyle/>
        <a:p>
          <a:endParaRPr lang="en-US"/>
        </a:p>
      </dgm:t>
    </dgm:pt>
    <dgm:pt modelId="{4C491BDC-7989-47D6-9A7B-ABCCE99237D6}">
      <dgm:prSet/>
      <dgm:spPr/>
      <dgm:t>
        <a:bodyPr/>
        <a:lstStyle/>
        <a:p>
          <a:r>
            <a:rPr lang="en-US" dirty="0"/>
            <a:t>Each developer On Call is responsible for responding to incidents</a:t>
          </a:r>
        </a:p>
      </dgm:t>
    </dgm:pt>
    <dgm:pt modelId="{1FE78B38-B9D4-4020-8FFA-EEC6C811695D}" type="parTrans" cxnId="{EC89F240-8882-43B3-A577-66224E8EC0A2}">
      <dgm:prSet/>
      <dgm:spPr/>
      <dgm:t>
        <a:bodyPr/>
        <a:lstStyle/>
        <a:p>
          <a:endParaRPr lang="en-US"/>
        </a:p>
      </dgm:t>
    </dgm:pt>
    <dgm:pt modelId="{1097D4FE-7843-457D-B762-55146201D7ED}" type="sibTrans" cxnId="{EC89F240-8882-43B3-A577-66224E8EC0A2}">
      <dgm:prSet/>
      <dgm:spPr/>
      <dgm:t>
        <a:bodyPr/>
        <a:lstStyle/>
        <a:p>
          <a:endParaRPr lang="en-US"/>
        </a:p>
      </dgm:t>
    </dgm:pt>
    <dgm:pt modelId="{AC2C5370-2562-488C-85A2-6CCE07688FFE}" type="pres">
      <dgm:prSet presAssocID="{4AEA23CA-ED6A-4797-9844-C7F592339DE4}" presName="root" presStyleCnt="0">
        <dgm:presLayoutVars>
          <dgm:dir/>
          <dgm:resizeHandles val="exact"/>
        </dgm:presLayoutVars>
      </dgm:prSet>
      <dgm:spPr/>
    </dgm:pt>
    <dgm:pt modelId="{DA4BDC75-D3FB-47CB-B3BB-0818F0E937F4}" type="pres">
      <dgm:prSet presAssocID="{3088D25A-516F-4D4C-B285-0E1668F2DFE7}" presName="compNode" presStyleCnt="0"/>
      <dgm:spPr/>
    </dgm:pt>
    <dgm:pt modelId="{2D942D6C-D2AA-444A-8D72-D973FB3569FB}" type="pres">
      <dgm:prSet presAssocID="{3088D25A-516F-4D4C-B285-0E1668F2DFE7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8072B90F-42C3-44E4-ACCE-07865EA1EF18}" type="pres">
      <dgm:prSet presAssocID="{3088D25A-516F-4D4C-B285-0E1668F2DFE7}" presName="spaceRect" presStyleCnt="0"/>
      <dgm:spPr/>
    </dgm:pt>
    <dgm:pt modelId="{30D73D82-FC46-4226-8F6B-E601EF0A3A21}" type="pres">
      <dgm:prSet presAssocID="{3088D25A-516F-4D4C-B285-0E1668F2DFE7}" presName="textRect" presStyleLbl="revTx" presStyleIdx="0" presStyleCnt="3">
        <dgm:presLayoutVars>
          <dgm:chMax val="1"/>
          <dgm:chPref val="1"/>
        </dgm:presLayoutVars>
      </dgm:prSet>
      <dgm:spPr/>
    </dgm:pt>
    <dgm:pt modelId="{C03C74A5-9714-42A8-BE94-746A4A9BA6A1}" type="pres">
      <dgm:prSet presAssocID="{6E939EE8-E2D2-472A-960E-0D9CD7F253FB}" presName="sibTrans" presStyleCnt="0"/>
      <dgm:spPr/>
    </dgm:pt>
    <dgm:pt modelId="{FF06E7DC-2505-49EA-AF4C-69A298C4988A}" type="pres">
      <dgm:prSet presAssocID="{2A0CF3CB-76DC-4F1A-A7AD-5C50EAC011AA}" presName="compNode" presStyleCnt="0"/>
      <dgm:spPr/>
    </dgm:pt>
    <dgm:pt modelId="{3D1F4EE4-A49F-4079-961D-698AC3B40E09}" type="pres">
      <dgm:prSet presAssocID="{2A0CF3CB-76DC-4F1A-A7AD-5C50EAC011A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609EC67E-6123-47A5-A1DA-219A8CA46DA7}" type="pres">
      <dgm:prSet presAssocID="{2A0CF3CB-76DC-4F1A-A7AD-5C50EAC011AA}" presName="spaceRect" presStyleCnt="0"/>
      <dgm:spPr/>
    </dgm:pt>
    <dgm:pt modelId="{6B874132-D539-424A-9E75-DCF7188C29E5}" type="pres">
      <dgm:prSet presAssocID="{2A0CF3CB-76DC-4F1A-A7AD-5C50EAC011AA}" presName="textRect" presStyleLbl="revTx" presStyleIdx="1" presStyleCnt="3">
        <dgm:presLayoutVars>
          <dgm:chMax val="1"/>
          <dgm:chPref val="1"/>
        </dgm:presLayoutVars>
      </dgm:prSet>
      <dgm:spPr/>
    </dgm:pt>
    <dgm:pt modelId="{433B8F0F-CCDD-47B1-806D-A87C3F8F3FBF}" type="pres">
      <dgm:prSet presAssocID="{2D42F7CB-A686-4810-81E0-F434CB2FAAB8}" presName="sibTrans" presStyleCnt="0"/>
      <dgm:spPr/>
    </dgm:pt>
    <dgm:pt modelId="{4E63DA0C-1725-46B3-8470-AFA6D847980B}" type="pres">
      <dgm:prSet presAssocID="{4C491BDC-7989-47D6-9A7B-ABCCE99237D6}" presName="compNode" presStyleCnt="0"/>
      <dgm:spPr/>
    </dgm:pt>
    <dgm:pt modelId="{05FAE012-4D62-4E63-A75D-D851D10018E0}" type="pres">
      <dgm:prSet presAssocID="{4C491BDC-7989-47D6-9A7B-ABCCE99237D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D5967153-23E5-46DC-9F1B-DBD85E52EF5F}" type="pres">
      <dgm:prSet presAssocID="{4C491BDC-7989-47D6-9A7B-ABCCE99237D6}" presName="spaceRect" presStyleCnt="0"/>
      <dgm:spPr/>
    </dgm:pt>
    <dgm:pt modelId="{AAF4987C-329E-453E-A8D5-71A76E031D25}" type="pres">
      <dgm:prSet presAssocID="{4C491BDC-7989-47D6-9A7B-ABCCE99237D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C89F240-8882-43B3-A577-66224E8EC0A2}" srcId="{4AEA23CA-ED6A-4797-9844-C7F592339DE4}" destId="{4C491BDC-7989-47D6-9A7B-ABCCE99237D6}" srcOrd="2" destOrd="0" parTransId="{1FE78B38-B9D4-4020-8FFA-EEC6C811695D}" sibTransId="{1097D4FE-7843-457D-B762-55146201D7ED}"/>
    <dgm:cxn modelId="{D8FAE481-E825-4D76-9C6B-34D0AA352BF0}" type="presOf" srcId="{4AEA23CA-ED6A-4797-9844-C7F592339DE4}" destId="{AC2C5370-2562-488C-85A2-6CCE07688FFE}" srcOrd="0" destOrd="0" presId="urn:microsoft.com/office/officeart/2018/2/layout/IconLabelList"/>
    <dgm:cxn modelId="{7F98429A-4876-405D-B488-73E5926BD8B2}" srcId="{4AEA23CA-ED6A-4797-9844-C7F592339DE4}" destId="{3088D25A-516F-4D4C-B285-0E1668F2DFE7}" srcOrd="0" destOrd="0" parTransId="{07C2C463-E8B1-459F-9665-24B3245AB1BA}" sibTransId="{6E939EE8-E2D2-472A-960E-0D9CD7F253FB}"/>
    <dgm:cxn modelId="{95A284A8-119B-47A2-B7CC-BFCC8F4CAADB}" type="presOf" srcId="{2A0CF3CB-76DC-4F1A-A7AD-5C50EAC011AA}" destId="{6B874132-D539-424A-9E75-DCF7188C29E5}" srcOrd="0" destOrd="0" presId="urn:microsoft.com/office/officeart/2018/2/layout/IconLabelList"/>
    <dgm:cxn modelId="{15B958D0-F849-45C8-9B9C-BF4FCB145F75}" type="presOf" srcId="{3088D25A-516F-4D4C-B285-0E1668F2DFE7}" destId="{30D73D82-FC46-4226-8F6B-E601EF0A3A21}" srcOrd="0" destOrd="0" presId="urn:microsoft.com/office/officeart/2018/2/layout/IconLabelList"/>
    <dgm:cxn modelId="{C6B7F7D4-748F-4A4C-9FDA-D2584A5F5421}" type="presOf" srcId="{4C491BDC-7989-47D6-9A7B-ABCCE99237D6}" destId="{AAF4987C-329E-453E-A8D5-71A76E031D25}" srcOrd="0" destOrd="0" presId="urn:microsoft.com/office/officeart/2018/2/layout/IconLabelList"/>
    <dgm:cxn modelId="{9CB657D6-5C1C-4D5D-B0AF-A7DE7C44C48D}" srcId="{4AEA23CA-ED6A-4797-9844-C7F592339DE4}" destId="{2A0CF3CB-76DC-4F1A-A7AD-5C50EAC011AA}" srcOrd="1" destOrd="0" parTransId="{497F59DA-8C0D-405A-9D53-81DCB40DA26E}" sibTransId="{2D42F7CB-A686-4810-81E0-F434CB2FAAB8}"/>
    <dgm:cxn modelId="{CF55D610-284B-4C22-BD4B-1AF0DAB31147}" type="presParOf" srcId="{AC2C5370-2562-488C-85A2-6CCE07688FFE}" destId="{DA4BDC75-D3FB-47CB-B3BB-0818F0E937F4}" srcOrd="0" destOrd="0" presId="urn:microsoft.com/office/officeart/2018/2/layout/IconLabelList"/>
    <dgm:cxn modelId="{EB98F4C3-E5E4-4C96-8A68-E9E6AD3ACE14}" type="presParOf" srcId="{DA4BDC75-D3FB-47CB-B3BB-0818F0E937F4}" destId="{2D942D6C-D2AA-444A-8D72-D973FB3569FB}" srcOrd="0" destOrd="0" presId="urn:microsoft.com/office/officeart/2018/2/layout/IconLabelList"/>
    <dgm:cxn modelId="{65525499-268E-4C80-BC1D-9591196B60E0}" type="presParOf" srcId="{DA4BDC75-D3FB-47CB-B3BB-0818F0E937F4}" destId="{8072B90F-42C3-44E4-ACCE-07865EA1EF18}" srcOrd="1" destOrd="0" presId="urn:microsoft.com/office/officeart/2018/2/layout/IconLabelList"/>
    <dgm:cxn modelId="{E96BBC7A-537A-4AD1-8F9C-0FFF52E4DC45}" type="presParOf" srcId="{DA4BDC75-D3FB-47CB-B3BB-0818F0E937F4}" destId="{30D73D82-FC46-4226-8F6B-E601EF0A3A21}" srcOrd="2" destOrd="0" presId="urn:microsoft.com/office/officeart/2018/2/layout/IconLabelList"/>
    <dgm:cxn modelId="{611AB6F4-9D73-4ECC-97FF-08860F81AD63}" type="presParOf" srcId="{AC2C5370-2562-488C-85A2-6CCE07688FFE}" destId="{C03C74A5-9714-42A8-BE94-746A4A9BA6A1}" srcOrd="1" destOrd="0" presId="urn:microsoft.com/office/officeart/2018/2/layout/IconLabelList"/>
    <dgm:cxn modelId="{9EE81528-5DB3-41D2-A495-D49751313906}" type="presParOf" srcId="{AC2C5370-2562-488C-85A2-6CCE07688FFE}" destId="{FF06E7DC-2505-49EA-AF4C-69A298C4988A}" srcOrd="2" destOrd="0" presId="urn:microsoft.com/office/officeart/2018/2/layout/IconLabelList"/>
    <dgm:cxn modelId="{9EA52432-E78C-4972-A1A3-5CC938B7905C}" type="presParOf" srcId="{FF06E7DC-2505-49EA-AF4C-69A298C4988A}" destId="{3D1F4EE4-A49F-4079-961D-698AC3B40E09}" srcOrd="0" destOrd="0" presId="urn:microsoft.com/office/officeart/2018/2/layout/IconLabelList"/>
    <dgm:cxn modelId="{39BC864A-234A-4118-822B-C3667E4AEA4A}" type="presParOf" srcId="{FF06E7DC-2505-49EA-AF4C-69A298C4988A}" destId="{609EC67E-6123-47A5-A1DA-219A8CA46DA7}" srcOrd="1" destOrd="0" presId="urn:microsoft.com/office/officeart/2018/2/layout/IconLabelList"/>
    <dgm:cxn modelId="{D6D7D1D9-9418-4FF7-A2F2-B496781FE20C}" type="presParOf" srcId="{FF06E7DC-2505-49EA-AF4C-69A298C4988A}" destId="{6B874132-D539-424A-9E75-DCF7188C29E5}" srcOrd="2" destOrd="0" presId="urn:microsoft.com/office/officeart/2018/2/layout/IconLabelList"/>
    <dgm:cxn modelId="{B579021C-558E-4B47-ADEA-B30D9DF874C7}" type="presParOf" srcId="{AC2C5370-2562-488C-85A2-6CCE07688FFE}" destId="{433B8F0F-CCDD-47B1-806D-A87C3F8F3FBF}" srcOrd="3" destOrd="0" presId="urn:microsoft.com/office/officeart/2018/2/layout/IconLabelList"/>
    <dgm:cxn modelId="{0DCCD878-C32A-467A-A8A1-DE14A8940A53}" type="presParOf" srcId="{AC2C5370-2562-488C-85A2-6CCE07688FFE}" destId="{4E63DA0C-1725-46B3-8470-AFA6D847980B}" srcOrd="4" destOrd="0" presId="urn:microsoft.com/office/officeart/2018/2/layout/IconLabelList"/>
    <dgm:cxn modelId="{F76CDF10-D7B9-44FE-AC5E-91FF7C6063B1}" type="presParOf" srcId="{4E63DA0C-1725-46B3-8470-AFA6D847980B}" destId="{05FAE012-4D62-4E63-A75D-D851D10018E0}" srcOrd="0" destOrd="0" presId="urn:microsoft.com/office/officeart/2018/2/layout/IconLabelList"/>
    <dgm:cxn modelId="{F6BFD284-DC74-42E8-9FD4-17EE8194B905}" type="presParOf" srcId="{4E63DA0C-1725-46B3-8470-AFA6D847980B}" destId="{D5967153-23E5-46DC-9F1B-DBD85E52EF5F}" srcOrd="1" destOrd="0" presId="urn:microsoft.com/office/officeart/2018/2/layout/IconLabelList"/>
    <dgm:cxn modelId="{5FF75426-0826-41B9-8CC8-27164C7370C8}" type="presParOf" srcId="{4E63DA0C-1725-46B3-8470-AFA6D847980B}" destId="{AAF4987C-329E-453E-A8D5-71A76E031D2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CA3A21E-4C8F-47CA-9FB3-76375B0882E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491B1015-DABC-4E39-B3BA-C758921933C3}">
      <dgm:prSet/>
      <dgm:spPr/>
      <dgm:t>
        <a:bodyPr/>
        <a:lstStyle/>
        <a:p>
          <a:r>
            <a:rPr lang="en-US"/>
            <a:t>Reduces downtime which improves customer trust</a:t>
          </a:r>
        </a:p>
      </dgm:t>
    </dgm:pt>
    <dgm:pt modelId="{27A25B22-5DAE-400D-A667-B6146AD7A788}" type="parTrans" cxnId="{5BE7741C-C849-4745-AE37-D67376FA59CA}">
      <dgm:prSet/>
      <dgm:spPr/>
      <dgm:t>
        <a:bodyPr/>
        <a:lstStyle/>
        <a:p>
          <a:endParaRPr lang="en-US"/>
        </a:p>
      </dgm:t>
    </dgm:pt>
    <dgm:pt modelId="{88ECC38E-EBE1-475A-931B-96D396EE5D9D}" type="sibTrans" cxnId="{5BE7741C-C849-4745-AE37-D67376FA59CA}">
      <dgm:prSet/>
      <dgm:spPr/>
      <dgm:t>
        <a:bodyPr/>
        <a:lstStyle/>
        <a:p>
          <a:endParaRPr lang="en-US"/>
        </a:p>
      </dgm:t>
    </dgm:pt>
    <dgm:pt modelId="{B72522E3-2F41-4CB5-B930-93FF8F706D96}">
      <dgm:prSet/>
      <dgm:spPr/>
      <dgm:t>
        <a:bodyPr/>
        <a:lstStyle/>
        <a:p>
          <a:r>
            <a:rPr lang="en-US"/>
            <a:t>Prevents knowledge silos</a:t>
          </a:r>
        </a:p>
      </dgm:t>
    </dgm:pt>
    <dgm:pt modelId="{8449CD6F-9ACB-47B0-A80D-B0692D0D4487}" type="parTrans" cxnId="{FB60E1A6-7E4B-41D1-83FF-C344FFBCC433}">
      <dgm:prSet/>
      <dgm:spPr/>
      <dgm:t>
        <a:bodyPr/>
        <a:lstStyle/>
        <a:p>
          <a:endParaRPr lang="en-US"/>
        </a:p>
      </dgm:t>
    </dgm:pt>
    <dgm:pt modelId="{1B96965D-6E2C-4F69-84B3-21023AADD711}" type="sibTrans" cxnId="{FB60E1A6-7E4B-41D1-83FF-C344FFBCC433}">
      <dgm:prSet/>
      <dgm:spPr/>
      <dgm:t>
        <a:bodyPr/>
        <a:lstStyle/>
        <a:p>
          <a:endParaRPr lang="en-US"/>
        </a:p>
      </dgm:t>
    </dgm:pt>
    <dgm:pt modelId="{4C95D8BC-090D-47D7-8CB2-F2AB34F48D3E}">
      <dgm:prSet/>
      <dgm:spPr/>
      <dgm:t>
        <a:bodyPr/>
        <a:lstStyle/>
        <a:p>
          <a:r>
            <a:rPr lang="en-US"/>
            <a:t>Forces accountability on the developers for production health</a:t>
          </a:r>
        </a:p>
      </dgm:t>
    </dgm:pt>
    <dgm:pt modelId="{E52E8057-8020-419A-89EB-106F6FE86DB0}" type="parTrans" cxnId="{B119219D-C4F6-44B9-91DF-44ED1E31DC9D}">
      <dgm:prSet/>
      <dgm:spPr/>
      <dgm:t>
        <a:bodyPr/>
        <a:lstStyle/>
        <a:p>
          <a:endParaRPr lang="en-US"/>
        </a:p>
      </dgm:t>
    </dgm:pt>
    <dgm:pt modelId="{D66BD223-3BEB-40B7-A628-ABE459899C84}" type="sibTrans" cxnId="{B119219D-C4F6-44B9-91DF-44ED1E31DC9D}">
      <dgm:prSet/>
      <dgm:spPr/>
      <dgm:t>
        <a:bodyPr/>
        <a:lstStyle/>
        <a:p>
          <a:endParaRPr lang="en-US"/>
        </a:p>
      </dgm:t>
    </dgm:pt>
    <dgm:pt modelId="{3ECB17A9-847F-4C7C-9AF7-6885039BE103}">
      <dgm:prSet/>
      <dgm:spPr/>
      <dgm:t>
        <a:bodyPr/>
        <a:lstStyle/>
        <a:p>
          <a:r>
            <a:rPr lang="en-US" dirty="0"/>
            <a:t>They are more likely to care about getting things done right the first time, so they don’t get called</a:t>
          </a:r>
        </a:p>
      </dgm:t>
    </dgm:pt>
    <dgm:pt modelId="{BC26D12D-03E6-4B9D-84F7-7BAA3CB9A45F}" type="parTrans" cxnId="{4640E5B6-CD80-40B9-A5F0-736BC94DE320}">
      <dgm:prSet/>
      <dgm:spPr/>
      <dgm:t>
        <a:bodyPr/>
        <a:lstStyle/>
        <a:p>
          <a:endParaRPr lang="en-US"/>
        </a:p>
      </dgm:t>
    </dgm:pt>
    <dgm:pt modelId="{E8E8792A-8917-4DA9-B9D2-C0C43A96F509}" type="sibTrans" cxnId="{4640E5B6-CD80-40B9-A5F0-736BC94DE320}">
      <dgm:prSet/>
      <dgm:spPr/>
      <dgm:t>
        <a:bodyPr/>
        <a:lstStyle/>
        <a:p>
          <a:endParaRPr lang="en-US"/>
        </a:p>
      </dgm:t>
    </dgm:pt>
    <dgm:pt modelId="{15A4781C-D6EF-4753-9401-702B10F35BB3}" type="pres">
      <dgm:prSet presAssocID="{5CA3A21E-4C8F-47CA-9FB3-76375B0882EE}" presName="root" presStyleCnt="0">
        <dgm:presLayoutVars>
          <dgm:dir/>
          <dgm:resizeHandles val="exact"/>
        </dgm:presLayoutVars>
      </dgm:prSet>
      <dgm:spPr/>
    </dgm:pt>
    <dgm:pt modelId="{539837B0-15F5-4F85-9B55-9FC871CEC109}" type="pres">
      <dgm:prSet presAssocID="{491B1015-DABC-4E39-B3BA-C758921933C3}" presName="compNode" presStyleCnt="0"/>
      <dgm:spPr/>
    </dgm:pt>
    <dgm:pt modelId="{76D7B492-CE20-458A-A3A9-86D4E987DC1F}" type="pres">
      <dgm:prSet presAssocID="{491B1015-DABC-4E39-B3BA-C758921933C3}" presName="bgRect" presStyleLbl="bgShp" presStyleIdx="0" presStyleCnt="3"/>
      <dgm:spPr/>
    </dgm:pt>
    <dgm:pt modelId="{0DCBE389-04B2-44FD-9DB0-98FC025F5663}" type="pres">
      <dgm:prSet presAssocID="{491B1015-DABC-4E39-B3BA-C758921933C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85A6A291-FCEF-4D6F-9C56-A5B36CD4DECC}" type="pres">
      <dgm:prSet presAssocID="{491B1015-DABC-4E39-B3BA-C758921933C3}" presName="spaceRect" presStyleCnt="0"/>
      <dgm:spPr/>
    </dgm:pt>
    <dgm:pt modelId="{6253D316-336A-4ED6-A27F-F47D710CBB96}" type="pres">
      <dgm:prSet presAssocID="{491B1015-DABC-4E39-B3BA-C758921933C3}" presName="parTx" presStyleLbl="revTx" presStyleIdx="0" presStyleCnt="4">
        <dgm:presLayoutVars>
          <dgm:chMax val="0"/>
          <dgm:chPref val="0"/>
        </dgm:presLayoutVars>
      </dgm:prSet>
      <dgm:spPr/>
    </dgm:pt>
    <dgm:pt modelId="{BE73AF1D-20CB-4764-83E4-0832DF71DFFC}" type="pres">
      <dgm:prSet presAssocID="{88ECC38E-EBE1-475A-931B-96D396EE5D9D}" presName="sibTrans" presStyleCnt="0"/>
      <dgm:spPr/>
    </dgm:pt>
    <dgm:pt modelId="{A0432F6F-1CB4-40C1-A9C1-54AF97438BEF}" type="pres">
      <dgm:prSet presAssocID="{B72522E3-2F41-4CB5-B930-93FF8F706D96}" presName="compNode" presStyleCnt="0"/>
      <dgm:spPr/>
    </dgm:pt>
    <dgm:pt modelId="{C888281B-79F4-4CF0-A2A8-A451802CCD46}" type="pres">
      <dgm:prSet presAssocID="{B72522E3-2F41-4CB5-B930-93FF8F706D96}" presName="bgRect" presStyleLbl="bgShp" presStyleIdx="1" presStyleCnt="3"/>
      <dgm:spPr/>
    </dgm:pt>
    <dgm:pt modelId="{895E2243-1262-413C-9F18-357528565383}" type="pres">
      <dgm:prSet presAssocID="{B72522E3-2F41-4CB5-B930-93FF8F706D9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3CAF7E4-B02E-48D8-9F33-52A837A19EF0}" type="pres">
      <dgm:prSet presAssocID="{B72522E3-2F41-4CB5-B930-93FF8F706D96}" presName="spaceRect" presStyleCnt="0"/>
      <dgm:spPr/>
    </dgm:pt>
    <dgm:pt modelId="{59E65185-3439-45A0-8004-F4E4C17412B4}" type="pres">
      <dgm:prSet presAssocID="{B72522E3-2F41-4CB5-B930-93FF8F706D96}" presName="parTx" presStyleLbl="revTx" presStyleIdx="1" presStyleCnt="4">
        <dgm:presLayoutVars>
          <dgm:chMax val="0"/>
          <dgm:chPref val="0"/>
        </dgm:presLayoutVars>
      </dgm:prSet>
      <dgm:spPr/>
    </dgm:pt>
    <dgm:pt modelId="{ED506D14-516A-411A-A313-D2FEAAE89759}" type="pres">
      <dgm:prSet presAssocID="{1B96965D-6E2C-4F69-84B3-21023AADD711}" presName="sibTrans" presStyleCnt="0"/>
      <dgm:spPr/>
    </dgm:pt>
    <dgm:pt modelId="{B34283EA-631F-4A9F-AEEA-10155572B3FF}" type="pres">
      <dgm:prSet presAssocID="{4C95D8BC-090D-47D7-8CB2-F2AB34F48D3E}" presName="compNode" presStyleCnt="0"/>
      <dgm:spPr/>
    </dgm:pt>
    <dgm:pt modelId="{0046C836-1DFE-4E1D-BA7A-604726208495}" type="pres">
      <dgm:prSet presAssocID="{4C95D8BC-090D-47D7-8CB2-F2AB34F48D3E}" presName="bgRect" presStyleLbl="bgShp" presStyleIdx="2" presStyleCnt="3"/>
      <dgm:spPr/>
    </dgm:pt>
    <dgm:pt modelId="{444EE042-79DB-40E4-A255-4800620DB3D2}" type="pres">
      <dgm:prSet presAssocID="{4C95D8BC-090D-47D7-8CB2-F2AB34F48D3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25493319-0AAB-4042-8398-CC60031898A1}" type="pres">
      <dgm:prSet presAssocID="{4C95D8BC-090D-47D7-8CB2-F2AB34F48D3E}" presName="spaceRect" presStyleCnt="0"/>
      <dgm:spPr/>
    </dgm:pt>
    <dgm:pt modelId="{53DCCE69-E0F2-450C-9E3E-EBED179AAD01}" type="pres">
      <dgm:prSet presAssocID="{4C95D8BC-090D-47D7-8CB2-F2AB34F48D3E}" presName="parTx" presStyleLbl="revTx" presStyleIdx="2" presStyleCnt="4">
        <dgm:presLayoutVars>
          <dgm:chMax val="0"/>
          <dgm:chPref val="0"/>
        </dgm:presLayoutVars>
      </dgm:prSet>
      <dgm:spPr/>
    </dgm:pt>
    <dgm:pt modelId="{BB514BFE-49AF-4F68-91A9-D11FB198EA0B}" type="pres">
      <dgm:prSet presAssocID="{4C95D8BC-090D-47D7-8CB2-F2AB34F48D3E}" presName="desTx" presStyleLbl="revTx" presStyleIdx="3" presStyleCnt="4">
        <dgm:presLayoutVars/>
      </dgm:prSet>
      <dgm:spPr/>
    </dgm:pt>
  </dgm:ptLst>
  <dgm:cxnLst>
    <dgm:cxn modelId="{28DA4F02-8038-46B3-9697-80B14B0856C7}" type="presOf" srcId="{4C95D8BC-090D-47D7-8CB2-F2AB34F48D3E}" destId="{53DCCE69-E0F2-450C-9E3E-EBED179AAD01}" srcOrd="0" destOrd="0" presId="urn:microsoft.com/office/officeart/2018/2/layout/IconVerticalSolidList"/>
    <dgm:cxn modelId="{5BE7741C-C849-4745-AE37-D67376FA59CA}" srcId="{5CA3A21E-4C8F-47CA-9FB3-76375B0882EE}" destId="{491B1015-DABC-4E39-B3BA-C758921933C3}" srcOrd="0" destOrd="0" parTransId="{27A25B22-5DAE-400D-A667-B6146AD7A788}" sibTransId="{88ECC38E-EBE1-475A-931B-96D396EE5D9D}"/>
    <dgm:cxn modelId="{1B9E9D32-C781-4929-B2CA-37A7F5420274}" type="presOf" srcId="{491B1015-DABC-4E39-B3BA-C758921933C3}" destId="{6253D316-336A-4ED6-A27F-F47D710CBB96}" srcOrd="0" destOrd="0" presId="urn:microsoft.com/office/officeart/2018/2/layout/IconVerticalSolidList"/>
    <dgm:cxn modelId="{FAE44A66-4AC9-4586-8573-5FC21A9B7859}" type="presOf" srcId="{5CA3A21E-4C8F-47CA-9FB3-76375B0882EE}" destId="{15A4781C-D6EF-4753-9401-702B10F35BB3}" srcOrd="0" destOrd="0" presId="urn:microsoft.com/office/officeart/2018/2/layout/IconVerticalSolidList"/>
    <dgm:cxn modelId="{B119219D-C4F6-44B9-91DF-44ED1E31DC9D}" srcId="{5CA3A21E-4C8F-47CA-9FB3-76375B0882EE}" destId="{4C95D8BC-090D-47D7-8CB2-F2AB34F48D3E}" srcOrd="2" destOrd="0" parTransId="{E52E8057-8020-419A-89EB-106F6FE86DB0}" sibTransId="{D66BD223-3BEB-40B7-A628-ABE459899C84}"/>
    <dgm:cxn modelId="{FB60E1A6-7E4B-41D1-83FF-C344FFBCC433}" srcId="{5CA3A21E-4C8F-47CA-9FB3-76375B0882EE}" destId="{B72522E3-2F41-4CB5-B930-93FF8F706D96}" srcOrd="1" destOrd="0" parTransId="{8449CD6F-9ACB-47B0-A80D-B0692D0D4487}" sibTransId="{1B96965D-6E2C-4F69-84B3-21023AADD711}"/>
    <dgm:cxn modelId="{4640E5B6-CD80-40B9-A5F0-736BC94DE320}" srcId="{4C95D8BC-090D-47D7-8CB2-F2AB34F48D3E}" destId="{3ECB17A9-847F-4C7C-9AF7-6885039BE103}" srcOrd="0" destOrd="0" parTransId="{BC26D12D-03E6-4B9D-84F7-7BAA3CB9A45F}" sibTransId="{E8E8792A-8917-4DA9-B9D2-C0C43A96F509}"/>
    <dgm:cxn modelId="{50DEB4C6-ED35-4463-AA79-E47C8C9EBA0C}" type="presOf" srcId="{3ECB17A9-847F-4C7C-9AF7-6885039BE103}" destId="{BB514BFE-49AF-4F68-91A9-D11FB198EA0B}" srcOrd="0" destOrd="0" presId="urn:microsoft.com/office/officeart/2018/2/layout/IconVerticalSolidList"/>
    <dgm:cxn modelId="{932F6FDB-EDC7-4C6F-9F3D-6FDAB0008203}" type="presOf" srcId="{B72522E3-2F41-4CB5-B930-93FF8F706D96}" destId="{59E65185-3439-45A0-8004-F4E4C17412B4}" srcOrd="0" destOrd="0" presId="urn:microsoft.com/office/officeart/2018/2/layout/IconVerticalSolidList"/>
    <dgm:cxn modelId="{8D09DB50-E4A8-448B-AD1A-2B4DDCA13F16}" type="presParOf" srcId="{15A4781C-D6EF-4753-9401-702B10F35BB3}" destId="{539837B0-15F5-4F85-9B55-9FC871CEC109}" srcOrd="0" destOrd="0" presId="urn:microsoft.com/office/officeart/2018/2/layout/IconVerticalSolidList"/>
    <dgm:cxn modelId="{FB84CE19-73E1-4FA9-8AD5-EDD7A81E629B}" type="presParOf" srcId="{539837B0-15F5-4F85-9B55-9FC871CEC109}" destId="{76D7B492-CE20-458A-A3A9-86D4E987DC1F}" srcOrd="0" destOrd="0" presId="urn:microsoft.com/office/officeart/2018/2/layout/IconVerticalSolidList"/>
    <dgm:cxn modelId="{884C57B2-EBA8-44E5-8423-949EFADEEE80}" type="presParOf" srcId="{539837B0-15F5-4F85-9B55-9FC871CEC109}" destId="{0DCBE389-04B2-44FD-9DB0-98FC025F5663}" srcOrd="1" destOrd="0" presId="urn:microsoft.com/office/officeart/2018/2/layout/IconVerticalSolidList"/>
    <dgm:cxn modelId="{A1651FEE-9DB9-4C51-B83B-C06FD1CC18D0}" type="presParOf" srcId="{539837B0-15F5-4F85-9B55-9FC871CEC109}" destId="{85A6A291-FCEF-4D6F-9C56-A5B36CD4DECC}" srcOrd="2" destOrd="0" presId="urn:microsoft.com/office/officeart/2018/2/layout/IconVerticalSolidList"/>
    <dgm:cxn modelId="{5581D6A6-83F2-40C5-89F9-1203978230FA}" type="presParOf" srcId="{539837B0-15F5-4F85-9B55-9FC871CEC109}" destId="{6253D316-336A-4ED6-A27F-F47D710CBB96}" srcOrd="3" destOrd="0" presId="urn:microsoft.com/office/officeart/2018/2/layout/IconVerticalSolidList"/>
    <dgm:cxn modelId="{13BE400E-D8D7-488F-9F9D-190976CD23FD}" type="presParOf" srcId="{15A4781C-D6EF-4753-9401-702B10F35BB3}" destId="{BE73AF1D-20CB-4764-83E4-0832DF71DFFC}" srcOrd="1" destOrd="0" presId="urn:microsoft.com/office/officeart/2018/2/layout/IconVerticalSolidList"/>
    <dgm:cxn modelId="{20BE645E-1612-49A5-938D-5B824693B528}" type="presParOf" srcId="{15A4781C-D6EF-4753-9401-702B10F35BB3}" destId="{A0432F6F-1CB4-40C1-A9C1-54AF97438BEF}" srcOrd="2" destOrd="0" presId="urn:microsoft.com/office/officeart/2018/2/layout/IconVerticalSolidList"/>
    <dgm:cxn modelId="{B8AAA064-CB9E-48FA-939E-5A2D70DBCD1E}" type="presParOf" srcId="{A0432F6F-1CB4-40C1-A9C1-54AF97438BEF}" destId="{C888281B-79F4-4CF0-A2A8-A451802CCD46}" srcOrd="0" destOrd="0" presId="urn:microsoft.com/office/officeart/2018/2/layout/IconVerticalSolidList"/>
    <dgm:cxn modelId="{D1BF5CD9-8BB0-4F1B-BFA1-4483B2B6AC66}" type="presParOf" srcId="{A0432F6F-1CB4-40C1-A9C1-54AF97438BEF}" destId="{895E2243-1262-413C-9F18-357528565383}" srcOrd="1" destOrd="0" presId="urn:microsoft.com/office/officeart/2018/2/layout/IconVerticalSolidList"/>
    <dgm:cxn modelId="{EC7B07D2-A447-43BE-80CD-CE016C7822F3}" type="presParOf" srcId="{A0432F6F-1CB4-40C1-A9C1-54AF97438BEF}" destId="{83CAF7E4-B02E-48D8-9F33-52A837A19EF0}" srcOrd="2" destOrd="0" presId="urn:microsoft.com/office/officeart/2018/2/layout/IconVerticalSolidList"/>
    <dgm:cxn modelId="{930DE561-89BA-401B-8C67-8B2CCC6D8D70}" type="presParOf" srcId="{A0432F6F-1CB4-40C1-A9C1-54AF97438BEF}" destId="{59E65185-3439-45A0-8004-F4E4C17412B4}" srcOrd="3" destOrd="0" presId="urn:microsoft.com/office/officeart/2018/2/layout/IconVerticalSolidList"/>
    <dgm:cxn modelId="{879C2775-E777-44BC-9D7A-74965A12B4AB}" type="presParOf" srcId="{15A4781C-D6EF-4753-9401-702B10F35BB3}" destId="{ED506D14-516A-411A-A313-D2FEAAE89759}" srcOrd="3" destOrd="0" presId="urn:microsoft.com/office/officeart/2018/2/layout/IconVerticalSolidList"/>
    <dgm:cxn modelId="{DB1E7A1F-73F0-431D-A4B9-A5500F56DF6B}" type="presParOf" srcId="{15A4781C-D6EF-4753-9401-702B10F35BB3}" destId="{B34283EA-631F-4A9F-AEEA-10155572B3FF}" srcOrd="4" destOrd="0" presId="urn:microsoft.com/office/officeart/2018/2/layout/IconVerticalSolidList"/>
    <dgm:cxn modelId="{8469D64C-8B65-4654-A238-4343E3F3D656}" type="presParOf" srcId="{B34283EA-631F-4A9F-AEEA-10155572B3FF}" destId="{0046C836-1DFE-4E1D-BA7A-604726208495}" srcOrd="0" destOrd="0" presId="urn:microsoft.com/office/officeart/2018/2/layout/IconVerticalSolidList"/>
    <dgm:cxn modelId="{1D6DBC41-A3E8-4908-B01E-59C59D3CCD47}" type="presParOf" srcId="{B34283EA-631F-4A9F-AEEA-10155572B3FF}" destId="{444EE042-79DB-40E4-A255-4800620DB3D2}" srcOrd="1" destOrd="0" presId="urn:microsoft.com/office/officeart/2018/2/layout/IconVerticalSolidList"/>
    <dgm:cxn modelId="{36C21913-5C56-467E-BFD5-31764391CED9}" type="presParOf" srcId="{B34283EA-631F-4A9F-AEEA-10155572B3FF}" destId="{25493319-0AAB-4042-8398-CC60031898A1}" srcOrd="2" destOrd="0" presId="urn:microsoft.com/office/officeart/2018/2/layout/IconVerticalSolidList"/>
    <dgm:cxn modelId="{2D5A54F3-4FAC-4BFC-AB20-8A277B041135}" type="presParOf" srcId="{B34283EA-631F-4A9F-AEEA-10155572B3FF}" destId="{53DCCE69-E0F2-450C-9E3E-EBED179AAD01}" srcOrd="3" destOrd="0" presId="urn:microsoft.com/office/officeart/2018/2/layout/IconVerticalSolidList"/>
    <dgm:cxn modelId="{B2BCE670-85C7-4EE0-A2E6-0C0E4770F140}" type="presParOf" srcId="{B34283EA-631F-4A9F-AEEA-10155572B3FF}" destId="{BB514BFE-49AF-4F68-91A9-D11FB198EA0B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5970EC5-9726-465D-9EEF-067FA7ECC599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EF2B6BC-3681-4F71-B9EC-54D2CF1495C6}">
      <dgm:prSet/>
      <dgm:spPr/>
      <dgm:t>
        <a:bodyPr/>
        <a:lstStyle/>
        <a:p>
          <a:r>
            <a:rPr lang="en-US"/>
            <a:t>Low value alerts</a:t>
          </a:r>
        </a:p>
      </dgm:t>
    </dgm:pt>
    <dgm:pt modelId="{07014360-D6A3-4395-84D0-053826E27F33}" type="parTrans" cxnId="{658EA7AA-F542-413F-AEA0-9536B7298DBA}">
      <dgm:prSet/>
      <dgm:spPr/>
      <dgm:t>
        <a:bodyPr/>
        <a:lstStyle/>
        <a:p>
          <a:endParaRPr lang="en-US"/>
        </a:p>
      </dgm:t>
    </dgm:pt>
    <dgm:pt modelId="{A7FDC438-A96A-4731-BE1A-CC02C3D887AA}" type="sibTrans" cxnId="{658EA7AA-F542-413F-AEA0-9536B7298DBA}">
      <dgm:prSet/>
      <dgm:spPr/>
      <dgm:t>
        <a:bodyPr/>
        <a:lstStyle/>
        <a:p>
          <a:endParaRPr lang="en-US"/>
        </a:p>
      </dgm:t>
    </dgm:pt>
    <dgm:pt modelId="{FEF28144-5EB6-4D3B-BCA8-7225ED6D1468}">
      <dgm:prSet/>
      <dgm:spPr/>
      <dgm:t>
        <a:bodyPr/>
        <a:lstStyle/>
        <a:p>
          <a:r>
            <a:rPr lang="en-US"/>
            <a:t>Alerts should be about critical things that can’t wait.</a:t>
          </a:r>
        </a:p>
      </dgm:t>
    </dgm:pt>
    <dgm:pt modelId="{098CEF08-D641-4FE1-8431-06184202F11D}" type="parTrans" cxnId="{37BB3FA7-4FC4-429B-A327-22D652A8B7D2}">
      <dgm:prSet/>
      <dgm:spPr/>
      <dgm:t>
        <a:bodyPr/>
        <a:lstStyle/>
        <a:p>
          <a:endParaRPr lang="en-US"/>
        </a:p>
      </dgm:t>
    </dgm:pt>
    <dgm:pt modelId="{A690D807-045E-43EB-A2CF-9F700B17FC24}" type="sibTrans" cxnId="{37BB3FA7-4FC4-429B-A327-22D652A8B7D2}">
      <dgm:prSet/>
      <dgm:spPr/>
      <dgm:t>
        <a:bodyPr/>
        <a:lstStyle/>
        <a:p>
          <a:endParaRPr lang="en-US"/>
        </a:p>
      </dgm:t>
    </dgm:pt>
    <dgm:pt modelId="{9DCEF33B-8015-4471-B96E-E58F77AEA628}">
      <dgm:prSet/>
      <dgm:spPr/>
      <dgm:t>
        <a:bodyPr/>
        <a:lstStyle/>
        <a:p>
          <a:r>
            <a:rPr lang="en-US"/>
            <a:t>On-Call and Project Work Conflicts</a:t>
          </a:r>
        </a:p>
      </dgm:t>
    </dgm:pt>
    <dgm:pt modelId="{DF612F69-7E9E-40BB-A136-4ECE926788A1}" type="parTrans" cxnId="{64BA8AEB-1370-4A3E-ACF2-AFC9BBAD66CA}">
      <dgm:prSet/>
      <dgm:spPr/>
      <dgm:t>
        <a:bodyPr/>
        <a:lstStyle/>
        <a:p>
          <a:endParaRPr lang="en-US"/>
        </a:p>
      </dgm:t>
    </dgm:pt>
    <dgm:pt modelId="{90FCF541-3A46-488F-831E-67108A3207FB}" type="sibTrans" cxnId="{64BA8AEB-1370-4A3E-ACF2-AFC9BBAD66CA}">
      <dgm:prSet/>
      <dgm:spPr/>
      <dgm:t>
        <a:bodyPr/>
        <a:lstStyle/>
        <a:p>
          <a:endParaRPr lang="en-US"/>
        </a:p>
      </dgm:t>
    </dgm:pt>
    <dgm:pt modelId="{FE7428F1-2B27-4F12-BFB3-5D3F40478B7A}">
      <dgm:prSet/>
      <dgm:spPr/>
      <dgm:t>
        <a:bodyPr/>
        <a:lstStyle/>
        <a:p>
          <a:r>
            <a:rPr lang="en-US"/>
            <a:t>The rotation may cause conflicts with completing project work</a:t>
          </a:r>
        </a:p>
      </dgm:t>
    </dgm:pt>
    <dgm:pt modelId="{FD20C6BD-1B60-46BD-96F0-061225B5FE76}" type="parTrans" cxnId="{F1A13982-F975-4F55-A226-C33A6CCE50B1}">
      <dgm:prSet/>
      <dgm:spPr/>
      <dgm:t>
        <a:bodyPr/>
        <a:lstStyle/>
        <a:p>
          <a:endParaRPr lang="en-US"/>
        </a:p>
      </dgm:t>
    </dgm:pt>
    <dgm:pt modelId="{05A5B203-B847-4127-901E-42A805D226F2}" type="sibTrans" cxnId="{F1A13982-F975-4F55-A226-C33A6CCE50B1}">
      <dgm:prSet/>
      <dgm:spPr/>
      <dgm:t>
        <a:bodyPr/>
        <a:lstStyle/>
        <a:p>
          <a:endParaRPr lang="en-US"/>
        </a:p>
      </dgm:t>
    </dgm:pt>
    <dgm:pt modelId="{8EED13EF-4C58-4BE2-B7B0-CE98E21944F7}">
      <dgm:prSet/>
      <dgm:spPr/>
      <dgm:t>
        <a:bodyPr/>
        <a:lstStyle/>
        <a:p>
          <a:r>
            <a:rPr lang="en-US"/>
            <a:t>Small rotation schedules</a:t>
          </a:r>
        </a:p>
      </dgm:t>
    </dgm:pt>
    <dgm:pt modelId="{16A1A177-F788-4067-A165-14E5276AEC76}" type="parTrans" cxnId="{B720F935-E35D-4E24-A6AE-1CB196E722DA}">
      <dgm:prSet/>
      <dgm:spPr/>
      <dgm:t>
        <a:bodyPr/>
        <a:lstStyle/>
        <a:p>
          <a:endParaRPr lang="en-US"/>
        </a:p>
      </dgm:t>
    </dgm:pt>
    <dgm:pt modelId="{9FD47098-92D8-4CD3-9365-CFFDB589A6DD}" type="sibTrans" cxnId="{B720F935-E35D-4E24-A6AE-1CB196E722DA}">
      <dgm:prSet/>
      <dgm:spPr/>
      <dgm:t>
        <a:bodyPr/>
        <a:lstStyle/>
        <a:p>
          <a:endParaRPr lang="en-US"/>
        </a:p>
      </dgm:t>
    </dgm:pt>
    <dgm:pt modelId="{F3027501-D212-4FB7-8C7B-C8699E0D3C22}">
      <dgm:prSet/>
      <dgm:spPr/>
      <dgm:t>
        <a:bodyPr/>
        <a:lstStyle/>
        <a:p>
          <a:r>
            <a:rPr lang="en-US" dirty="0"/>
            <a:t>Small teams mean people are on call potentially more than once a month, increasing potential burnout</a:t>
          </a:r>
        </a:p>
      </dgm:t>
    </dgm:pt>
    <dgm:pt modelId="{4F4E86C3-AA34-4B83-9BB1-15534665C460}" type="parTrans" cxnId="{7001C3D6-F7AB-4424-927E-32782A159D65}">
      <dgm:prSet/>
      <dgm:spPr/>
      <dgm:t>
        <a:bodyPr/>
        <a:lstStyle/>
        <a:p>
          <a:endParaRPr lang="en-US"/>
        </a:p>
      </dgm:t>
    </dgm:pt>
    <dgm:pt modelId="{8E470717-14DC-452B-AFC3-FD6C8B8F6073}" type="sibTrans" cxnId="{7001C3D6-F7AB-4424-927E-32782A159D65}">
      <dgm:prSet/>
      <dgm:spPr/>
      <dgm:t>
        <a:bodyPr/>
        <a:lstStyle/>
        <a:p>
          <a:endParaRPr lang="en-US"/>
        </a:p>
      </dgm:t>
    </dgm:pt>
    <dgm:pt modelId="{84B20B0D-F309-4443-8862-BC513A24CAD2}" type="pres">
      <dgm:prSet presAssocID="{35970EC5-9726-465D-9EEF-067FA7ECC599}" presName="Name0" presStyleCnt="0">
        <dgm:presLayoutVars>
          <dgm:dir/>
          <dgm:animLvl val="lvl"/>
          <dgm:resizeHandles val="exact"/>
        </dgm:presLayoutVars>
      </dgm:prSet>
      <dgm:spPr/>
    </dgm:pt>
    <dgm:pt modelId="{F5ED3360-8D37-40C9-9170-DCC92FB30C7A}" type="pres">
      <dgm:prSet presAssocID="{7EF2B6BC-3681-4F71-B9EC-54D2CF1495C6}" presName="composite" presStyleCnt="0"/>
      <dgm:spPr/>
    </dgm:pt>
    <dgm:pt modelId="{336578EE-C37F-44D5-8DDF-B6DB9667CD03}" type="pres">
      <dgm:prSet presAssocID="{7EF2B6BC-3681-4F71-B9EC-54D2CF1495C6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E538E143-F654-4B70-8366-7C7D19E13728}" type="pres">
      <dgm:prSet presAssocID="{7EF2B6BC-3681-4F71-B9EC-54D2CF1495C6}" presName="desTx" presStyleLbl="alignAccFollowNode1" presStyleIdx="0" presStyleCnt="3">
        <dgm:presLayoutVars>
          <dgm:bulletEnabled val="1"/>
        </dgm:presLayoutVars>
      </dgm:prSet>
      <dgm:spPr/>
    </dgm:pt>
    <dgm:pt modelId="{C88EC6ED-5494-4129-8540-C735934DCEA7}" type="pres">
      <dgm:prSet presAssocID="{A7FDC438-A96A-4731-BE1A-CC02C3D887AA}" presName="space" presStyleCnt="0"/>
      <dgm:spPr/>
    </dgm:pt>
    <dgm:pt modelId="{EA53DEBD-4DA9-4A2D-9905-240038248001}" type="pres">
      <dgm:prSet presAssocID="{9DCEF33B-8015-4471-B96E-E58F77AEA628}" presName="composite" presStyleCnt="0"/>
      <dgm:spPr/>
    </dgm:pt>
    <dgm:pt modelId="{42C45B09-2B89-4A1B-95D6-51B679BCAE84}" type="pres">
      <dgm:prSet presAssocID="{9DCEF33B-8015-4471-B96E-E58F77AEA628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F6FB1DCE-11E2-415D-9EA9-D1EB8739038D}" type="pres">
      <dgm:prSet presAssocID="{9DCEF33B-8015-4471-B96E-E58F77AEA628}" presName="desTx" presStyleLbl="alignAccFollowNode1" presStyleIdx="1" presStyleCnt="3">
        <dgm:presLayoutVars>
          <dgm:bulletEnabled val="1"/>
        </dgm:presLayoutVars>
      </dgm:prSet>
      <dgm:spPr/>
    </dgm:pt>
    <dgm:pt modelId="{944898DD-86D9-42F7-9E4A-3697B97400D5}" type="pres">
      <dgm:prSet presAssocID="{90FCF541-3A46-488F-831E-67108A3207FB}" presName="space" presStyleCnt="0"/>
      <dgm:spPr/>
    </dgm:pt>
    <dgm:pt modelId="{083D06C1-01E3-4514-927A-A2EEC4B1CF07}" type="pres">
      <dgm:prSet presAssocID="{8EED13EF-4C58-4BE2-B7B0-CE98E21944F7}" presName="composite" presStyleCnt="0"/>
      <dgm:spPr/>
    </dgm:pt>
    <dgm:pt modelId="{1A4973ED-1C37-466D-BFDF-3A8882580E11}" type="pres">
      <dgm:prSet presAssocID="{8EED13EF-4C58-4BE2-B7B0-CE98E21944F7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12A0D366-5F23-43DB-8E19-EB3012908238}" type="pres">
      <dgm:prSet presAssocID="{8EED13EF-4C58-4BE2-B7B0-CE98E21944F7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31C1E603-9BAF-436F-8977-AA058B39A160}" type="presOf" srcId="{35970EC5-9726-465D-9EEF-067FA7ECC599}" destId="{84B20B0D-F309-4443-8862-BC513A24CAD2}" srcOrd="0" destOrd="0" presId="urn:microsoft.com/office/officeart/2005/8/layout/hList1"/>
    <dgm:cxn modelId="{B720F935-E35D-4E24-A6AE-1CB196E722DA}" srcId="{35970EC5-9726-465D-9EEF-067FA7ECC599}" destId="{8EED13EF-4C58-4BE2-B7B0-CE98E21944F7}" srcOrd="2" destOrd="0" parTransId="{16A1A177-F788-4067-A165-14E5276AEC76}" sibTransId="{9FD47098-92D8-4CD3-9365-CFFDB589A6DD}"/>
    <dgm:cxn modelId="{0EB7D34E-F917-4DEE-A30E-F53510A1390C}" type="presOf" srcId="{F3027501-D212-4FB7-8C7B-C8699E0D3C22}" destId="{12A0D366-5F23-43DB-8E19-EB3012908238}" srcOrd="0" destOrd="0" presId="urn:microsoft.com/office/officeart/2005/8/layout/hList1"/>
    <dgm:cxn modelId="{8ABED276-6AA1-431C-87CE-2E1C64899B75}" type="presOf" srcId="{FE7428F1-2B27-4F12-BFB3-5D3F40478B7A}" destId="{F6FB1DCE-11E2-415D-9EA9-D1EB8739038D}" srcOrd="0" destOrd="0" presId="urn:microsoft.com/office/officeart/2005/8/layout/hList1"/>
    <dgm:cxn modelId="{F1A13982-F975-4F55-A226-C33A6CCE50B1}" srcId="{9DCEF33B-8015-4471-B96E-E58F77AEA628}" destId="{FE7428F1-2B27-4F12-BFB3-5D3F40478B7A}" srcOrd="0" destOrd="0" parTransId="{FD20C6BD-1B60-46BD-96F0-061225B5FE76}" sibTransId="{05A5B203-B847-4127-901E-42A805D226F2}"/>
    <dgm:cxn modelId="{43295F86-AE54-4189-99AA-497302D8A2CB}" type="presOf" srcId="{8EED13EF-4C58-4BE2-B7B0-CE98E21944F7}" destId="{1A4973ED-1C37-466D-BFDF-3A8882580E11}" srcOrd="0" destOrd="0" presId="urn:microsoft.com/office/officeart/2005/8/layout/hList1"/>
    <dgm:cxn modelId="{EC95D397-5441-4BB4-9CF9-AB42035F044E}" type="presOf" srcId="{7EF2B6BC-3681-4F71-B9EC-54D2CF1495C6}" destId="{336578EE-C37F-44D5-8DDF-B6DB9667CD03}" srcOrd="0" destOrd="0" presId="urn:microsoft.com/office/officeart/2005/8/layout/hList1"/>
    <dgm:cxn modelId="{37BB3FA7-4FC4-429B-A327-22D652A8B7D2}" srcId="{7EF2B6BC-3681-4F71-B9EC-54D2CF1495C6}" destId="{FEF28144-5EB6-4D3B-BCA8-7225ED6D1468}" srcOrd="0" destOrd="0" parTransId="{098CEF08-D641-4FE1-8431-06184202F11D}" sibTransId="{A690D807-045E-43EB-A2CF-9F700B17FC24}"/>
    <dgm:cxn modelId="{658EA7AA-F542-413F-AEA0-9536B7298DBA}" srcId="{35970EC5-9726-465D-9EEF-067FA7ECC599}" destId="{7EF2B6BC-3681-4F71-B9EC-54D2CF1495C6}" srcOrd="0" destOrd="0" parTransId="{07014360-D6A3-4395-84D0-053826E27F33}" sibTransId="{A7FDC438-A96A-4731-BE1A-CC02C3D887AA}"/>
    <dgm:cxn modelId="{DC1E39AC-7927-4ED5-BED6-0786FFB5319A}" type="presOf" srcId="{9DCEF33B-8015-4471-B96E-E58F77AEA628}" destId="{42C45B09-2B89-4A1B-95D6-51B679BCAE84}" srcOrd="0" destOrd="0" presId="urn:microsoft.com/office/officeart/2005/8/layout/hList1"/>
    <dgm:cxn modelId="{7001C3D6-F7AB-4424-927E-32782A159D65}" srcId="{8EED13EF-4C58-4BE2-B7B0-CE98E21944F7}" destId="{F3027501-D212-4FB7-8C7B-C8699E0D3C22}" srcOrd="0" destOrd="0" parTransId="{4F4E86C3-AA34-4B83-9BB1-15534665C460}" sibTransId="{8E470717-14DC-452B-AFC3-FD6C8B8F6073}"/>
    <dgm:cxn modelId="{64BA8AEB-1370-4A3E-ACF2-AFC9BBAD66CA}" srcId="{35970EC5-9726-465D-9EEF-067FA7ECC599}" destId="{9DCEF33B-8015-4471-B96E-E58F77AEA628}" srcOrd="1" destOrd="0" parTransId="{DF612F69-7E9E-40BB-A136-4ECE926788A1}" sibTransId="{90FCF541-3A46-488F-831E-67108A3207FB}"/>
    <dgm:cxn modelId="{3D1E17FB-83D6-4C96-8823-8F5F46980971}" type="presOf" srcId="{FEF28144-5EB6-4D3B-BCA8-7225ED6D1468}" destId="{E538E143-F654-4B70-8366-7C7D19E13728}" srcOrd="0" destOrd="0" presId="urn:microsoft.com/office/officeart/2005/8/layout/hList1"/>
    <dgm:cxn modelId="{79CB1DB9-959F-4BC1-850D-174D1B961982}" type="presParOf" srcId="{84B20B0D-F309-4443-8862-BC513A24CAD2}" destId="{F5ED3360-8D37-40C9-9170-DCC92FB30C7A}" srcOrd="0" destOrd="0" presId="urn:microsoft.com/office/officeart/2005/8/layout/hList1"/>
    <dgm:cxn modelId="{20DC956E-FBA8-4644-8E09-A120EADEB3F5}" type="presParOf" srcId="{F5ED3360-8D37-40C9-9170-DCC92FB30C7A}" destId="{336578EE-C37F-44D5-8DDF-B6DB9667CD03}" srcOrd="0" destOrd="0" presId="urn:microsoft.com/office/officeart/2005/8/layout/hList1"/>
    <dgm:cxn modelId="{7E73A5C5-BC8E-41A2-890E-6C18C886F447}" type="presParOf" srcId="{F5ED3360-8D37-40C9-9170-DCC92FB30C7A}" destId="{E538E143-F654-4B70-8366-7C7D19E13728}" srcOrd="1" destOrd="0" presId="urn:microsoft.com/office/officeart/2005/8/layout/hList1"/>
    <dgm:cxn modelId="{963D9213-513A-4958-A8E8-93E4F022BF73}" type="presParOf" srcId="{84B20B0D-F309-4443-8862-BC513A24CAD2}" destId="{C88EC6ED-5494-4129-8540-C735934DCEA7}" srcOrd="1" destOrd="0" presId="urn:microsoft.com/office/officeart/2005/8/layout/hList1"/>
    <dgm:cxn modelId="{C2267A72-DE3F-4AEA-BDF3-90CCA94D002A}" type="presParOf" srcId="{84B20B0D-F309-4443-8862-BC513A24CAD2}" destId="{EA53DEBD-4DA9-4A2D-9905-240038248001}" srcOrd="2" destOrd="0" presId="urn:microsoft.com/office/officeart/2005/8/layout/hList1"/>
    <dgm:cxn modelId="{3617976F-0F23-4F9F-B64A-840FB9880966}" type="presParOf" srcId="{EA53DEBD-4DA9-4A2D-9905-240038248001}" destId="{42C45B09-2B89-4A1B-95D6-51B679BCAE84}" srcOrd="0" destOrd="0" presId="urn:microsoft.com/office/officeart/2005/8/layout/hList1"/>
    <dgm:cxn modelId="{34176F1A-521C-46CC-9E1D-02CDAE9351B3}" type="presParOf" srcId="{EA53DEBD-4DA9-4A2D-9905-240038248001}" destId="{F6FB1DCE-11E2-415D-9EA9-D1EB8739038D}" srcOrd="1" destOrd="0" presId="urn:microsoft.com/office/officeart/2005/8/layout/hList1"/>
    <dgm:cxn modelId="{D8241B87-B6B6-482D-B520-C3BB76C0EE91}" type="presParOf" srcId="{84B20B0D-F309-4443-8862-BC513A24CAD2}" destId="{944898DD-86D9-42F7-9E4A-3697B97400D5}" srcOrd="3" destOrd="0" presId="urn:microsoft.com/office/officeart/2005/8/layout/hList1"/>
    <dgm:cxn modelId="{9B6BD04C-15FE-41A0-8683-FB70B8319B8B}" type="presParOf" srcId="{84B20B0D-F309-4443-8862-BC513A24CAD2}" destId="{083D06C1-01E3-4514-927A-A2EEC4B1CF07}" srcOrd="4" destOrd="0" presId="urn:microsoft.com/office/officeart/2005/8/layout/hList1"/>
    <dgm:cxn modelId="{EB6D2C8C-69E8-48DA-80C7-F1AC84E7F2C5}" type="presParOf" srcId="{083D06C1-01E3-4514-927A-A2EEC4B1CF07}" destId="{1A4973ED-1C37-466D-BFDF-3A8882580E11}" srcOrd="0" destOrd="0" presId="urn:microsoft.com/office/officeart/2005/8/layout/hList1"/>
    <dgm:cxn modelId="{2AEF4B45-D5B9-447B-A9A5-0067AF5377FD}" type="presParOf" srcId="{083D06C1-01E3-4514-927A-A2EEC4B1CF07}" destId="{12A0D366-5F23-43DB-8E19-EB301290823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5670B11-A67A-420B-B916-629249A5AC36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09CAFE3-7E36-4DF3-B554-62C50E7ED6A3}">
      <dgm:prSet/>
      <dgm:spPr/>
      <dgm:t>
        <a:bodyPr/>
        <a:lstStyle/>
        <a:p>
          <a:r>
            <a:rPr lang="en-US"/>
            <a:t>Rotate</a:t>
          </a:r>
        </a:p>
      </dgm:t>
    </dgm:pt>
    <dgm:pt modelId="{16B668AC-60F9-4D31-8024-35328ED925A5}" type="parTrans" cxnId="{C7B47A1A-3C87-47BB-848A-222596B713C6}">
      <dgm:prSet/>
      <dgm:spPr/>
      <dgm:t>
        <a:bodyPr/>
        <a:lstStyle/>
        <a:p>
          <a:endParaRPr lang="en-US"/>
        </a:p>
      </dgm:t>
    </dgm:pt>
    <dgm:pt modelId="{43476895-37B5-4145-A7CA-C5823C79EBE4}" type="sibTrans" cxnId="{C7B47A1A-3C87-47BB-848A-222596B713C6}">
      <dgm:prSet/>
      <dgm:spPr/>
      <dgm:t>
        <a:bodyPr/>
        <a:lstStyle/>
        <a:p>
          <a:endParaRPr lang="en-US"/>
        </a:p>
      </dgm:t>
    </dgm:pt>
    <dgm:pt modelId="{85BD8C48-66D8-4E65-9D99-D2BF42D2D830}">
      <dgm:prSet/>
      <dgm:spPr/>
      <dgm:t>
        <a:bodyPr/>
        <a:lstStyle/>
        <a:p>
          <a:r>
            <a:rPr lang="en-US"/>
            <a:t>Rotate weekly for small teams, large teams can rotate more often</a:t>
          </a:r>
        </a:p>
      </dgm:t>
    </dgm:pt>
    <dgm:pt modelId="{E72AA90D-6CFA-41FA-9399-CAC2B4756796}" type="parTrans" cxnId="{96CB0A18-0E0A-42DC-A2C6-6C859112CCBD}">
      <dgm:prSet/>
      <dgm:spPr/>
      <dgm:t>
        <a:bodyPr/>
        <a:lstStyle/>
        <a:p>
          <a:endParaRPr lang="en-US"/>
        </a:p>
      </dgm:t>
    </dgm:pt>
    <dgm:pt modelId="{69DD8527-15FB-4AD9-AB33-57B1E4B8F8AF}" type="sibTrans" cxnId="{96CB0A18-0E0A-42DC-A2C6-6C859112CCBD}">
      <dgm:prSet/>
      <dgm:spPr/>
      <dgm:t>
        <a:bodyPr/>
        <a:lstStyle/>
        <a:p>
          <a:endParaRPr lang="en-US"/>
        </a:p>
      </dgm:t>
    </dgm:pt>
    <dgm:pt modelId="{673AB164-8190-48D6-917D-C82801383A1E}">
      <dgm:prSet/>
      <dgm:spPr/>
      <dgm:t>
        <a:bodyPr/>
        <a:lstStyle/>
        <a:p>
          <a:r>
            <a:rPr lang="en-US"/>
            <a:t>Have</a:t>
          </a:r>
        </a:p>
      </dgm:t>
    </dgm:pt>
    <dgm:pt modelId="{623EB98E-0D7E-4A39-8A1A-4028DFF7F35A}" type="parTrans" cxnId="{461522D3-3BF8-4898-9BC2-5F2520B78E19}">
      <dgm:prSet/>
      <dgm:spPr/>
      <dgm:t>
        <a:bodyPr/>
        <a:lstStyle/>
        <a:p>
          <a:endParaRPr lang="en-US"/>
        </a:p>
      </dgm:t>
    </dgm:pt>
    <dgm:pt modelId="{8B88E28D-916F-421A-93F9-519201E7FE77}" type="sibTrans" cxnId="{461522D3-3BF8-4898-9BC2-5F2520B78E19}">
      <dgm:prSet/>
      <dgm:spPr/>
      <dgm:t>
        <a:bodyPr/>
        <a:lstStyle/>
        <a:p>
          <a:endParaRPr lang="en-US"/>
        </a:p>
      </dgm:t>
    </dgm:pt>
    <dgm:pt modelId="{989A7BD3-42D8-40D3-95A9-8A118251616D}">
      <dgm:prSet/>
      <dgm:spPr/>
      <dgm:t>
        <a:bodyPr/>
        <a:lstStyle/>
        <a:p>
          <a:r>
            <a:rPr lang="en-US"/>
            <a:t>Have Primary and back up responders</a:t>
          </a:r>
        </a:p>
      </dgm:t>
    </dgm:pt>
    <dgm:pt modelId="{4F13FD4C-8433-429F-9BF9-000D20CCFB2A}" type="parTrans" cxnId="{0AD8E32B-18DA-49CA-B950-AB178DD60E3B}">
      <dgm:prSet/>
      <dgm:spPr/>
      <dgm:t>
        <a:bodyPr/>
        <a:lstStyle/>
        <a:p>
          <a:endParaRPr lang="en-US"/>
        </a:p>
      </dgm:t>
    </dgm:pt>
    <dgm:pt modelId="{BA7F3331-CD33-4DC0-AB33-6533A3693FC0}" type="sibTrans" cxnId="{0AD8E32B-18DA-49CA-B950-AB178DD60E3B}">
      <dgm:prSet/>
      <dgm:spPr/>
      <dgm:t>
        <a:bodyPr/>
        <a:lstStyle/>
        <a:p>
          <a:endParaRPr lang="en-US"/>
        </a:p>
      </dgm:t>
    </dgm:pt>
    <dgm:pt modelId="{3DDE003D-9C8A-4EF4-8D6A-3896EA5DC656}">
      <dgm:prSet/>
      <dgm:spPr/>
      <dgm:t>
        <a:bodyPr/>
        <a:lstStyle/>
        <a:p>
          <a:r>
            <a:rPr lang="en-US"/>
            <a:t>In the case the primary contact is unable to log in within a certain amount of time</a:t>
          </a:r>
        </a:p>
      </dgm:t>
    </dgm:pt>
    <dgm:pt modelId="{7C9DAA3E-5487-400B-87DE-4D913A1AA677}" type="parTrans" cxnId="{31BB3942-3600-4AFE-9719-D9485725F7BD}">
      <dgm:prSet/>
      <dgm:spPr/>
      <dgm:t>
        <a:bodyPr/>
        <a:lstStyle/>
        <a:p>
          <a:endParaRPr lang="en-US"/>
        </a:p>
      </dgm:t>
    </dgm:pt>
    <dgm:pt modelId="{C736C9E4-0F92-4BA3-BCBF-081F9D6DD6C5}" type="sibTrans" cxnId="{31BB3942-3600-4AFE-9719-D9485725F7BD}">
      <dgm:prSet/>
      <dgm:spPr/>
      <dgm:t>
        <a:bodyPr/>
        <a:lstStyle/>
        <a:p>
          <a:endParaRPr lang="en-US"/>
        </a:p>
      </dgm:t>
    </dgm:pt>
    <dgm:pt modelId="{8C10FE76-36DC-4CBF-8E99-48BACAD1C425}">
      <dgm:prSet/>
      <dgm:spPr/>
      <dgm:t>
        <a:bodyPr/>
        <a:lstStyle/>
        <a:p>
          <a:r>
            <a:rPr lang="en-US"/>
            <a:t>Don’t schedule</a:t>
          </a:r>
        </a:p>
      </dgm:t>
    </dgm:pt>
    <dgm:pt modelId="{A59C96A3-D708-4EA7-8B99-8CC6021A4B00}" type="parTrans" cxnId="{B7E27BD2-5DAC-4EF0-ADF2-FF05AC10ECB2}">
      <dgm:prSet/>
      <dgm:spPr/>
      <dgm:t>
        <a:bodyPr/>
        <a:lstStyle/>
        <a:p>
          <a:endParaRPr lang="en-US"/>
        </a:p>
      </dgm:t>
    </dgm:pt>
    <dgm:pt modelId="{7B936D2A-B028-4561-8505-6E01499B763B}" type="sibTrans" cxnId="{B7E27BD2-5DAC-4EF0-ADF2-FF05AC10ECB2}">
      <dgm:prSet/>
      <dgm:spPr/>
      <dgm:t>
        <a:bodyPr/>
        <a:lstStyle/>
        <a:p>
          <a:endParaRPr lang="en-US"/>
        </a:p>
      </dgm:t>
    </dgm:pt>
    <dgm:pt modelId="{F33A4E03-969D-4631-B908-779ECFE6A2CD}">
      <dgm:prSet/>
      <dgm:spPr/>
      <dgm:t>
        <a:bodyPr/>
        <a:lstStyle/>
        <a:p>
          <a:r>
            <a:rPr lang="en-US"/>
            <a:t>If a global company, don’t schedule developers to be on call at night for them</a:t>
          </a:r>
        </a:p>
      </dgm:t>
    </dgm:pt>
    <dgm:pt modelId="{18640278-6DD2-43F0-B3AF-3BFB517C2208}" type="parTrans" cxnId="{7EAA74B7-7791-47B9-8CDC-58A90674FF0C}">
      <dgm:prSet/>
      <dgm:spPr/>
      <dgm:t>
        <a:bodyPr/>
        <a:lstStyle/>
        <a:p>
          <a:endParaRPr lang="en-US"/>
        </a:p>
      </dgm:t>
    </dgm:pt>
    <dgm:pt modelId="{350456DB-E006-4614-AEE8-DBEDDC0DAE88}" type="sibTrans" cxnId="{7EAA74B7-7791-47B9-8CDC-58A90674FF0C}">
      <dgm:prSet/>
      <dgm:spPr/>
      <dgm:t>
        <a:bodyPr/>
        <a:lstStyle/>
        <a:p>
          <a:endParaRPr lang="en-US"/>
        </a:p>
      </dgm:t>
    </dgm:pt>
    <dgm:pt modelId="{AB43D30F-BE76-496C-9689-0029D1A8F706}" type="pres">
      <dgm:prSet presAssocID="{F5670B11-A67A-420B-B916-629249A5AC36}" presName="Name0" presStyleCnt="0">
        <dgm:presLayoutVars>
          <dgm:dir/>
          <dgm:animLvl val="lvl"/>
          <dgm:resizeHandles val="exact"/>
        </dgm:presLayoutVars>
      </dgm:prSet>
      <dgm:spPr/>
    </dgm:pt>
    <dgm:pt modelId="{11C43175-B5EC-4387-8B31-FD55D28DD27A}" type="pres">
      <dgm:prSet presAssocID="{A09CAFE3-7E36-4DF3-B554-62C50E7ED6A3}" presName="linNode" presStyleCnt="0"/>
      <dgm:spPr/>
    </dgm:pt>
    <dgm:pt modelId="{567647BB-25DF-4065-8992-E7776BE29096}" type="pres">
      <dgm:prSet presAssocID="{A09CAFE3-7E36-4DF3-B554-62C50E7ED6A3}" presName="parentText" presStyleLbl="alignNode1" presStyleIdx="0" presStyleCnt="3">
        <dgm:presLayoutVars>
          <dgm:chMax val="1"/>
          <dgm:bulletEnabled/>
        </dgm:presLayoutVars>
      </dgm:prSet>
      <dgm:spPr/>
    </dgm:pt>
    <dgm:pt modelId="{C1328B0D-BF5F-4B92-9F48-4B2FEA0CC2B6}" type="pres">
      <dgm:prSet presAssocID="{A09CAFE3-7E36-4DF3-B554-62C50E7ED6A3}" presName="descendantText" presStyleLbl="alignAccFollowNode1" presStyleIdx="0" presStyleCnt="3">
        <dgm:presLayoutVars>
          <dgm:bulletEnabled/>
        </dgm:presLayoutVars>
      </dgm:prSet>
      <dgm:spPr/>
    </dgm:pt>
    <dgm:pt modelId="{3F37FAC1-FB41-4281-9F0C-A4C69711716A}" type="pres">
      <dgm:prSet presAssocID="{43476895-37B5-4145-A7CA-C5823C79EBE4}" presName="sp" presStyleCnt="0"/>
      <dgm:spPr/>
    </dgm:pt>
    <dgm:pt modelId="{47CDDF7B-AE4F-4B51-9431-F4395860870D}" type="pres">
      <dgm:prSet presAssocID="{673AB164-8190-48D6-917D-C82801383A1E}" presName="linNode" presStyleCnt="0"/>
      <dgm:spPr/>
    </dgm:pt>
    <dgm:pt modelId="{0FB55BD5-D97D-4691-8189-A80F4E677B0F}" type="pres">
      <dgm:prSet presAssocID="{673AB164-8190-48D6-917D-C82801383A1E}" presName="parentText" presStyleLbl="alignNode1" presStyleIdx="1" presStyleCnt="3">
        <dgm:presLayoutVars>
          <dgm:chMax val="1"/>
          <dgm:bulletEnabled/>
        </dgm:presLayoutVars>
      </dgm:prSet>
      <dgm:spPr/>
    </dgm:pt>
    <dgm:pt modelId="{B3A9086C-57BD-4167-A9A7-636F62EE915F}" type="pres">
      <dgm:prSet presAssocID="{673AB164-8190-48D6-917D-C82801383A1E}" presName="descendantText" presStyleLbl="alignAccFollowNode1" presStyleIdx="1" presStyleCnt="3">
        <dgm:presLayoutVars>
          <dgm:bulletEnabled/>
        </dgm:presLayoutVars>
      </dgm:prSet>
      <dgm:spPr/>
    </dgm:pt>
    <dgm:pt modelId="{03BFB81A-92B5-472D-BCF5-15912CC15319}" type="pres">
      <dgm:prSet presAssocID="{8B88E28D-916F-421A-93F9-519201E7FE77}" presName="sp" presStyleCnt="0"/>
      <dgm:spPr/>
    </dgm:pt>
    <dgm:pt modelId="{F81B2706-FCA1-4717-A08D-3CE37F0F3D5D}" type="pres">
      <dgm:prSet presAssocID="{8C10FE76-36DC-4CBF-8E99-48BACAD1C425}" presName="linNode" presStyleCnt="0"/>
      <dgm:spPr/>
    </dgm:pt>
    <dgm:pt modelId="{68BC3D6C-951C-458C-B360-7A280B48F970}" type="pres">
      <dgm:prSet presAssocID="{8C10FE76-36DC-4CBF-8E99-48BACAD1C425}" presName="parentText" presStyleLbl="alignNode1" presStyleIdx="2" presStyleCnt="3">
        <dgm:presLayoutVars>
          <dgm:chMax val="1"/>
          <dgm:bulletEnabled/>
        </dgm:presLayoutVars>
      </dgm:prSet>
      <dgm:spPr/>
    </dgm:pt>
    <dgm:pt modelId="{CADE8CBB-4E34-4872-9F26-820ABC239400}" type="pres">
      <dgm:prSet presAssocID="{8C10FE76-36DC-4CBF-8E99-48BACAD1C425}" presName="descendantText" presStyleLbl="alignAccFollowNode1" presStyleIdx="2" presStyleCnt="3">
        <dgm:presLayoutVars>
          <dgm:bulletEnabled/>
        </dgm:presLayoutVars>
      </dgm:prSet>
      <dgm:spPr/>
    </dgm:pt>
  </dgm:ptLst>
  <dgm:cxnLst>
    <dgm:cxn modelId="{96CB0A18-0E0A-42DC-A2C6-6C859112CCBD}" srcId="{A09CAFE3-7E36-4DF3-B554-62C50E7ED6A3}" destId="{85BD8C48-66D8-4E65-9D99-D2BF42D2D830}" srcOrd="0" destOrd="0" parTransId="{E72AA90D-6CFA-41FA-9399-CAC2B4756796}" sibTransId="{69DD8527-15FB-4AD9-AB33-57B1E4B8F8AF}"/>
    <dgm:cxn modelId="{C7B47A1A-3C87-47BB-848A-222596B713C6}" srcId="{F5670B11-A67A-420B-B916-629249A5AC36}" destId="{A09CAFE3-7E36-4DF3-B554-62C50E7ED6A3}" srcOrd="0" destOrd="0" parTransId="{16B668AC-60F9-4D31-8024-35328ED925A5}" sibTransId="{43476895-37B5-4145-A7CA-C5823C79EBE4}"/>
    <dgm:cxn modelId="{3F94F925-85B7-4E6C-B6C2-FF1F89D08E3E}" type="presOf" srcId="{3DDE003D-9C8A-4EF4-8D6A-3896EA5DC656}" destId="{B3A9086C-57BD-4167-A9A7-636F62EE915F}" srcOrd="0" destOrd="1" presId="urn:microsoft.com/office/officeart/2016/7/layout/VerticalSolidActionList"/>
    <dgm:cxn modelId="{866CFE26-3506-4282-B7B9-F987D0CAFE6C}" type="presOf" srcId="{8C10FE76-36DC-4CBF-8E99-48BACAD1C425}" destId="{68BC3D6C-951C-458C-B360-7A280B48F970}" srcOrd="0" destOrd="0" presId="urn:microsoft.com/office/officeart/2016/7/layout/VerticalSolidActionList"/>
    <dgm:cxn modelId="{0AD8E32B-18DA-49CA-B950-AB178DD60E3B}" srcId="{673AB164-8190-48D6-917D-C82801383A1E}" destId="{989A7BD3-42D8-40D3-95A9-8A118251616D}" srcOrd="0" destOrd="0" parTransId="{4F13FD4C-8433-429F-9BF9-000D20CCFB2A}" sibTransId="{BA7F3331-CD33-4DC0-AB33-6533A3693FC0}"/>
    <dgm:cxn modelId="{31BB3942-3600-4AFE-9719-D9485725F7BD}" srcId="{989A7BD3-42D8-40D3-95A9-8A118251616D}" destId="{3DDE003D-9C8A-4EF4-8D6A-3896EA5DC656}" srcOrd="0" destOrd="0" parTransId="{7C9DAA3E-5487-400B-87DE-4D913A1AA677}" sibTransId="{C736C9E4-0F92-4BA3-BCBF-081F9D6DD6C5}"/>
    <dgm:cxn modelId="{AC412145-7489-420C-BA08-796021474F7A}" type="presOf" srcId="{F5670B11-A67A-420B-B916-629249A5AC36}" destId="{AB43D30F-BE76-496C-9689-0029D1A8F706}" srcOrd="0" destOrd="0" presId="urn:microsoft.com/office/officeart/2016/7/layout/VerticalSolidActionList"/>
    <dgm:cxn modelId="{E167F850-8FB9-4180-9348-A335AB34948D}" type="presOf" srcId="{F33A4E03-969D-4631-B908-779ECFE6A2CD}" destId="{CADE8CBB-4E34-4872-9F26-820ABC239400}" srcOrd="0" destOrd="0" presId="urn:microsoft.com/office/officeart/2016/7/layout/VerticalSolidActionList"/>
    <dgm:cxn modelId="{0985897B-241E-49F7-83B5-6B0639A5619E}" type="presOf" srcId="{85BD8C48-66D8-4E65-9D99-D2BF42D2D830}" destId="{C1328B0D-BF5F-4B92-9F48-4B2FEA0CC2B6}" srcOrd="0" destOrd="0" presId="urn:microsoft.com/office/officeart/2016/7/layout/VerticalSolidActionList"/>
    <dgm:cxn modelId="{7EAA74B7-7791-47B9-8CDC-58A90674FF0C}" srcId="{8C10FE76-36DC-4CBF-8E99-48BACAD1C425}" destId="{F33A4E03-969D-4631-B908-779ECFE6A2CD}" srcOrd="0" destOrd="0" parTransId="{18640278-6DD2-43F0-B3AF-3BFB517C2208}" sibTransId="{350456DB-E006-4614-AEE8-DBEDDC0DAE88}"/>
    <dgm:cxn modelId="{D5A637C9-5EF5-4D55-8B8C-63AA712CB990}" type="presOf" srcId="{673AB164-8190-48D6-917D-C82801383A1E}" destId="{0FB55BD5-D97D-4691-8189-A80F4E677B0F}" srcOrd="0" destOrd="0" presId="urn:microsoft.com/office/officeart/2016/7/layout/VerticalSolidActionList"/>
    <dgm:cxn modelId="{B7E27BD2-5DAC-4EF0-ADF2-FF05AC10ECB2}" srcId="{F5670B11-A67A-420B-B916-629249A5AC36}" destId="{8C10FE76-36DC-4CBF-8E99-48BACAD1C425}" srcOrd="2" destOrd="0" parTransId="{A59C96A3-D708-4EA7-8B99-8CC6021A4B00}" sibTransId="{7B936D2A-B028-4561-8505-6E01499B763B}"/>
    <dgm:cxn modelId="{461522D3-3BF8-4898-9BC2-5F2520B78E19}" srcId="{F5670B11-A67A-420B-B916-629249A5AC36}" destId="{673AB164-8190-48D6-917D-C82801383A1E}" srcOrd="1" destOrd="0" parTransId="{623EB98E-0D7E-4A39-8A1A-4028DFF7F35A}" sibTransId="{8B88E28D-916F-421A-93F9-519201E7FE77}"/>
    <dgm:cxn modelId="{C92670D6-D7B3-4368-B265-885C5AB6BD76}" type="presOf" srcId="{989A7BD3-42D8-40D3-95A9-8A118251616D}" destId="{B3A9086C-57BD-4167-A9A7-636F62EE915F}" srcOrd="0" destOrd="0" presId="urn:microsoft.com/office/officeart/2016/7/layout/VerticalSolidActionList"/>
    <dgm:cxn modelId="{79BF2BF7-4642-48BA-8607-97102F5FCA1E}" type="presOf" srcId="{A09CAFE3-7E36-4DF3-B554-62C50E7ED6A3}" destId="{567647BB-25DF-4065-8992-E7776BE29096}" srcOrd="0" destOrd="0" presId="urn:microsoft.com/office/officeart/2016/7/layout/VerticalSolidActionList"/>
    <dgm:cxn modelId="{69C7945D-54EA-4132-95B2-F9FCE9C77425}" type="presParOf" srcId="{AB43D30F-BE76-496C-9689-0029D1A8F706}" destId="{11C43175-B5EC-4387-8B31-FD55D28DD27A}" srcOrd="0" destOrd="0" presId="urn:microsoft.com/office/officeart/2016/7/layout/VerticalSolidActionList"/>
    <dgm:cxn modelId="{81826F5F-B037-433F-A61A-95185B282F4E}" type="presParOf" srcId="{11C43175-B5EC-4387-8B31-FD55D28DD27A}" destId="{567647BB-25DF-4065-8992-E7776BE29096}" srcOrd="0" destOrd="0" presId="urn:microsoft.com/office/officeart/2016/7/layout/VerticalSolidActionList"/>
    <dgm:cxn modelId="{95920C7C-CC2E-45A8-81A1-99CC680C8EF3}" type="presParOf" srcId="{11C43175-B5EC-4387-8B31-FD55D28DD27A}" destId="{C1328B0D-BF5F-4B92-9F48-4B2FEA0CC2B6}" srcOrd="1" destOrd="0" presId="urn:microsoft.com/office/officeart/2016/7/layout/VerticalSolidActionList"/>
    <dgm:cxn modelId="{2A663DE9-FBCA-477D-9BFF-7C83A9EC7754}" type="presParOf" srcId="{AB43D30F-BE76-496C-9689-0029D1A8F706}" destId="{3F37FAC1-FB41-4281-9F0C-A4C69711716A}" srcOrd="1" destOrd="0" presId="urn:microsoft.com/office/officeart/2016/7/layout/VerticalSolidActionList"/>
    <dgm:cxn modelId="{DD6E161C-D52E-41A6-BCA3-306949E927E0}" type="presParOf" srcId="{AB43D30F-BE76-496C-9689-0029D1A8F706}" destId="{47CDDF7B-AE4F-4B51-9431-F4395860870D}" srcOrd="2" destOrd="0" presId="urn:microsoft.com/office/officeart/2016/7/layout/VerticalSolidActionList"/>
    <dgm:cxn modelId="{AC257FE9-E004-468F-889B-2E1E1E176C88}" type="presParOf" srcId="{47CDDF7B-AE4F-4B51-9431-F4395860870D}" destId="{0FB55BD5-D97D-4691-8189-A80F4E677B0F}" srcOrd="0" destOrd="0" presId="urn:microsoft.com/office/officeart/2016/7/layout/VerticalSolidActionList"/>
    <dgm:cxn modelId="{AE387DA3-5FE3-47FE-B8B4-3CB1F085DDE7}" type="presParOf" srcId="{47CDDF7B-AE4F-4B51-9431-F4395860870D}" destId="{B3A9086C-57BD-4167-A9A7-636F62EE915F}" srcOrd="1" destOrd="0" presId="urn:microsoft.com/office/officeart/2016/7/layout/VerticalSolidActionList"/>
    <dgm:cxn modelId="{608707ED-8BB3-4F3C-B648-A6AFA06D0F49}" type="presParOf" srcId="{AB43D30F-BE76-496C-9689-0029D1A8F706}" destId="{03BFB81A-92B5-472D-BCF5-15912CC15319}" srcOrd="3" destOrd="0" presId="urn:microsoft.com/office/officeart/2016/7/layout/VerticalSolidActionList"/>
    <dgm:cxn modelId="{60706362-5982-4B7F-A7C8-67D6695F920E}" type="presParOf" srcId="{AB43D30F-BE76-496C-9689-0029D1A8F706}" destId="{F81B2706-FCA1-4717-A08D-3CE37F0F3D5D}" srcOrd="4" destOrd="0" presId="urn:microsoft.com/office/officeart/2016/7/layout/VerticalSolidActionList"/>
    <dgm:cxn modelId="{AF01011A-C0F7-4146-BECF-375D95D22A41}" type="presParOf" srcId="{F81B2706-FCA1-4717-A08D-3CE37F0F3D5D}" destId="{68BC3D6C-951C-458C-B360-7A280B48F970}" srcOrd="0" destOrd="0" presId="urn:microsoft.com/office/officeart/2016/7/layout/VerticalSolidActionList"/>
    <dgm:cxn modelId="{4ED414A9-BBE6-4940-BDE7-3193ED73C463}" type="presParOf" srcId="{F81B2706-FCA1-4717-A08D-3CE37F0F3D5D}" destId="{CADE8CBB-4E34-4872-9F26-820ABC239400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50AC479-E479-4283-A8CB-968ACC17DD2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23D1792-797D-4590-91F9-2C6A32C44699}">
      <dgm:prSet/>
      <dgm:spPr/>
      <dgm:t>
        <a:bodyPr/>
        <a:lstStyle/>
        <a:p>
          <a:r>
            <a:rPr lang="en-US"/>
            <a:t>Don’t alert on things that can’t be acted on immediately</a:t>
          </a:r>
        </a:p>
      </dgm:t>
    </dgm:pt>
    <dgm:pt modelId="{D45B4CB1-7E1A-4EE5-9FA3-42011B19CF1B}" type="parTrans" cxnId="{6F2E3D83-6099-4904-9453-1BD5D4C9B502}">
      <dgm:prSet/>
      <dgm:spPr/>
      <dgm:t>
        <a:bodyPr/>
        <a:lstStyle/>
        <a:p>
          <a:endParaRPr lang="en-US"/>
        </a:p>
      </dgm:t>
    </dgm:pt>
    <dgm:pt modelId="{1146EECA-9756-4036-BEA2-423CCCE9F9BC}" type="sibTrans" cxnId="{6F2E3D83-6099-4904-9453-1BD5D4C9B502}">
      <dgm:prSet/>
      <dgm:spPr/>
      <dgm:t>
        <a:bodyPr/>
        <a:lstStyle/>
        <a:p>
          <a:endParaRPr lang="en-US"/>
        </a:p>
      </dgm:t>
    </dgm:pt>
    <dgm:pt modelId="{04E4106F-B355-4F22-B38A-F0D074B72732}">
      <dgm:prSet/>
      <dgm:spPr/>
      <dgm:t>
        <a:bodyPr/>
        <a:lstStyle/>
        <a:p>
          <a:r>
            <a:rPr lang="en-US"/>
            <a:t>Automate as much of the Alerting as possible</a:t>
          </a:r>
        </a:p>
      </dgm:t>
    </dgm:pt>
    <dgm:pt modelId="{02AF27C8-497B-4C24-8A04-62E63FB7A00D}" type="parTrans" cxnId="{D75E29BC-ED7C-470B-86A2-E6854FCEFD0F}">
      <dgm:prSet/>
      <dgm:spPr/>
      <dgm:t>
        <a:bodyPr/>
        <a:lstStyle/>
        <a:p>
          <a:endParaRPr lang="en-US"/>
        </a:p>
      </dgm:t>
    </dgm:pt>
    <dgm:pt modelId="{207F812C-8960-427D-9399-A9C2CB032625}" type="sibTrans" cxnId="{D75E29BC-ED7C-470B-86A2-E6854FCEFD0F}">
      <dgm:prSet/>
      <dgm:spPr/>
      <dgm:t>
        <a:bodyPr/>
        <a:lstStyle/>
        <a:p>
          <a:endParaRPr lang="en-US"/>
        </a:p>
      </dgm:t>
    </dgm:pt>
    <dgm:pt modelId="{0B859ED6-FB45-4933-B78B-136104C23F20}">
      <dgm:prSet/>
      <dgm:spPr/>
      <dgm:t>
        <a:bodyPr/>
        <a:lstStyle/>
        <a:p>
          <a:r>
            <a:rPr lang="en-US"/>
            <a:t>Maintain How-To’s and answers to common issues</a:t>
          </a:r>
        </a:p>
      </dgm:t>
    </dgm:pt>
    <dgm:pt modelId="{63800FEC-CEDC-4930-A1EF-98B9E9F910B1}" type="parTrans" cxnId="{7C22028C-7D39-4BEA-A279-2BC6033CDABF}">
      <dgm:prSet/>
      <dgm:spPr/>
      <dgm:t>
        <a:bodyPr/>
        <a:lstStyle/>
        <a:p>
          <a:endParaRPr lang="en-US"/>
        </a:p>
      </dgm:t>
    </dgm:pt>
    <dgm:pt modelId="{17C2D957-F424-414E-8269-9C49BE528E63}" type="sibTrans" cxnId="{7C22028C-7D39-4BEA-A279-2BC6033CDABF}">
      <dgm:prSet/>
      <dgm:spPr/>
      <dgm:t>
        <a:bodyPr/>
        <a:lstStyle/>
        <a:p>
          <a:endParaRPr lang="en-US"/>
        </a:p>
      </dgm:t>
    </dgm:pt>
    <dgm:pt modelId="{5E2DBD98-DC24-4F7D-BF6B-B33F1FDB3C5E}">
      <dgm:prSet/>
      <dgm:spPr/>
      <dgm:t>
        <a:bodyPr/>
        <a:lstStyle/>
        <a:p>
          <a:r>
            <a:rPr lang="en-US"/>
            <a:t>This helps provide an easy check list</a:t>
          </a:r>
        </a:p>
      </dgm:t>
    </dgm:pt>
    <dgm:pt modelId="{AB01AE85-7577-492A-9368-294238B212E8}" type="parTrans" cxnId="{D9AEB59A-661F-4744-A30D-6B180B22E34E}">
      <dgm:prSet/>
      <dgm:spPr/>
      <dgm:t>
        <a:bodyPr/>
        <a:lstStyle/>
        <a:p>
          <a:endParaRPr lang="en-US"/>
        </a:p>
      </dgm:t>
    </dgm:pt>
    <dgm:pt modelId="{8E27F912-8807-4EE7-B200-AE13BA01E63D}" type="sibTrans" cxnId="{D9AEB59A-661F-4744-A30D-6B180B22E34E}">
      <dgm:prSet/>
      <dgm:spPr/>
      <dgm:t>
        <a:bodyPr/>
        <a:lstStyle/>
        <a:p>
          <a:endParaRPr lang="en-US"/>
        </a:p>
      </dgm:t>
    </dgm:pt>
    <dgm:pt modelId="{1C192FAB-AC02-498E-AC80-65905794742E}">
      <dgm:prSet/>
      <dgm:spPr/>
      <dgm:t>
        <a:bodyPr/>
        <a:lstStyle/>
        <a:p>
          <a:r>
            <a:rPr lang="en-US"/>
            <a:t>This also helps with automation of fixes in the future</a:t>
          </a:r>
        </a:p>
      </dgm:t>
    </dgm:pt>
    <dgm:pt modelId="{752793A7-6330-428B-B1B4-AA1774CE69D1}" type="parTrans" cxnId="{6660F375-F141-47F6-B909-EDC4175E534D}">
      <dgm:prSet/>
      <dgm:spPr/>
      <dgm:t>
        <a:bodyPr/>
        <a:lstStyle/>
        <a:p>
          <a:endParaRPr lang="en-US"/>
        </a:p>
      </dgm:t>
    </dgm:pt>
    <dgm:pt modelId="{94D3536C-BF09-4FE0-9131-FEDD287DF307}" type="sibTrans" cxnId="{6660F375-F141-47F6-B909-EDC4175E534D}">
      <dgm:prSet/>
      <dgm:spPr/>
      <dgm:t>
        <a:bodyPr/>
        <a:lstStyle/>
        <a:p>
          <a:endParaRPr lang="en-US"/>
        </a:p>
      </dgm:t>
    </dgm:pt>
    <dgm:pt modelId="{AD978E51-2C17-437D-A653-801424CD6B10}" type="pres">
      <dgm:prSet presAssocID="{C50AC479-E479-4283-A8CB-968ACC17DD20}" presName="root" presStyleCnt="0">
        <dgm:presLayoutVars>
          <dgm:dir/>
          <dgm:resizeHandles val="exact"/>
        </dgm:presLayoutVars>
      </dgm:prSet>
      <dgm:spPr/>
    </dgm:pt>
    <dgm:pt modelId="{15AD4436-7F71-4D1A-8475-B7A9C2537668}" type="pres">
      <dgm:prSet presAssocID="{523D1792-797D-4590-91F9-2C6A32C44699}" presName="compNode" presStyleCnt="0"/>
      <dgm:spPr/>
    </dgm:pt>
    <dgm:pt modelId="{08AFCC07-733A-4FBE-9B5B-06A8265C59D8}" type="pres">
      <dgm:prSet presAssocID="{523D1792-797D-4590-91F9-2C6A32C44699}" presName="bgRect" presStyleLbl="bgShp" presStyleIdx="0" presStyleCnt="3"/>
      <dgm:spPr/>
    </dgm:pt>
    <dgm:pt modelId="{FA643656-EC68-4D4D-A6CB-98A57477CFCC}" type="pres">
      <dgm:prSet presAssocID="{523D1792-797D-4590-91F9-2C6A32C44699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EDF5757B-5EAA-4679-9662-340C9947479F}" type="pres">
      <dgm:prSet presAssocID="{523D1792-797D-4590-91F9-2C6A32C44699}" presName="spaceRect" presStyleCnt="0"/>
      <dgm:spPr/>
    </dgm:pt>
    <dgm:pt modelId="{D9109CF5-6592-478E-8C93-03D6D8213141}" type="pres">
      <dgm:prSet presAssocID="{523D1792-797D-4590-91F9-2C6A32C44699}" presName="parTx" presStyleLbl="revTx" presStyleIdx="0" presStyleCnt="4">
        <dgm:presLayoutVars>
          <dgm:chMax val="0"/>
          <dgm:chPref val="0"/>
        </dgm:presLayoutVars>
      </dgm:prSet>
      <dgm:spPr/>
    </dgm:pt>
    <dgm:pt modelId="{53F89151-2EE9-47F5-96D8-96BCC79D1EDB}" type="pres">
      <dgm:prSet presAssocID="{1146EECA-9756-4036-BEA2-423CCCE9F9BC}" presName="sibTrans" presStyleCnt="0"/>
      <dgm:spPr/>
    </dgm:pt>
    <dgm:pt modelId="{3A083C2F-AC45-4CFB-A0CF-616A85991ABE}" type="pres">
      <dgm:prSet presAssocID="{04E4106F-B355-4F22-B38A-F0D074B72732}" presName="compNode" presStyleCnt="0"/>
      <dgm:spPr/>
    </dgm:pt>
    <dgm:pt modelId="{F31B9361-4FDA-44B7-8820-87FAC7D1C1A8}" type="pres">
      <dgm:prSet presAssocID="{04E4106F-B355-4F22-B38A-F0D074B72732}" presName="bgRect" presStyleLbl="bgShp" presStyleIdx="1" presStyleCnt="3"/>
      <dgm:spPr/>
    </dgm:pt>
    <dgm:pt modelId="{8844AFA2-CDAC-455F-AB4F-D60222CA760E}" type="pres">
      <dgm:prSet presAssocID="{04E4106F-B355-4F22-B38A-F0D074B7273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EB3CE53E-0AEB-4382-AA6E-9F4B8DB9C5C8}" type="pres">
      <dgm:prSet presAssocID="{04E4106F-B355-4F22-B38A-F0D074B72732}" presName="spaceRect" presStyleCnt="0"/>
      <dgm:spPr/>
    </dgm:pt>
    <dgm:pt modelId="{541B1073-BED3-4FF6-A7A2-14B60C6FA6C0}" type="pres">
      <dgm:prSet presAssocID="{04E4106F-B355-4F22-B38A-F0D074B72732}" presName="parTx" presStyleLbl="revTx" presStyleIdx="1" presStyleCnt="4">
        <dgm:presLayoutVars>
          <dgm:chMax val="0"/>
          <dgm:chPref val="0"/>
        </dgm:presLayoutVars>
      </dgm:prSet>
      <dgm:spPr/>
    </dgm:pt>
    <dgm:pt modelId="{428B4DD2-0F18-48B4-A97F-D1682B2E7FCB}" type="pres">
      <dgm:prSet presAssocID="{207F812C-8960-427D-9399-A9C2CB032625}" presName="sibTrans" presStyleCnt="0"/>
      <dgm:spPr/>
    </dgm:pt>
    <dgm:pt modelId="{C3482682-C199-413D-B9EC-87A8826B0369}" type="pres">
      <dgm:prSet presAssocID="{0B859ED6-FB45-4933-B78B-136104C23F20}" presName="compNode" presStyleCnt="0"/>
      <dgm:spPr/>
    </dgm:pt>
    <dgm:pt modelId="{CF1919F8-D1E6-4548-85C7-55577D01CC62}" type="pres">
      <dgm:prSet presAssocID="{0B859ED6-FB45-4933-B78B-136104C23F20}" presName="bgRect" presStyleLbl="bgShp" presStyleIdx="2" presStyleCnt="3"/>
      <dgm:spPr/>
    </dgm:pt>
    <dgm:pt modelId="{0532943C-F376-4EF9-95D6-8A8019DF8ADF}" type="pres">
      <dgm:prSet presAssocID="{0B859ED6-FB45-4933-B78B-136104C23F2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C14F765-9032-4CF5-9462-54AC43F88C6C}" type="pres">
      <dgm:prSet presAssocID="{0B859ED6-FB45-4933-B78B-136104C23F20}" presName="spaceRect" presStyleCnt="0"/>
      <dgm:spPr/>
    </dgm:pt>
    <dgm:pt modelId="{2255893D-2D83-492E-8894-1FE886543FA2}" type="pres">
      <dgm:prSet presAssocID="{0B859ED6-FB45-4933-B78B-136104C23F20}" presName="parTx" presStyleLbl="revTx" presStyleIdx="2" presStyleCnt="4">
        <dgm:presLayoutVars>
          <dgm:chMax val="0"/>
          <dgm:chPref val="0"/>
        </dgm:presLayoutVars>
      </dgm:prSet>
      <dgm:spPr/>
    </dgm:pt>
    <dgm:pt modelId="{C3817B41-7C75-40C5-8A90-4D2F6CA6A188}" type="pres">
      <dgm:prSet presAssocID="{0B859ED6-FB45-4933-B78B-136104C23F20}" presName="desTx" presStyleLbl="revTx" presStyleIdx="3" presStyleCnt="4">
        <dgm:presLayoutVars/>
      </dgm:prSet>
      <dgm:spPr/>
    </dgm:pt>
  </dgm:ptLst>
  <dgm:cxnLst>
    <dgm:cxn modelId="{C199F505-C296-4B05-BBC9-CCD99B61D20A}" type="presOf" srcId="{5E2DBD98-DC24-4F7D-BF6B-B33F1FDB3C5E}" destId="{C3817B41-7C75-40C5-8A90-4D2F6CA6A188}" srcOrd="0" destOrd="0" presId="urn:microsoft.com/office/officeart/2018/2/layout/IconVerticalSolidList"/>
    <dgm:cxn modelId="{F51DB923-272A-4AFC-A51A-EEC70D60619E}" type="presOf" srcId="{C50AC479-E479-4283-A8CB-968ACC17DD20}" destId="{AD978E51-2C17-437D-A653-801424CD6B10}" srcOrd="0" destOrd="0" presId="urn:microsoft.com/office/officeart/2018/2/layout/IconVerticalSolidList"/>
    <dgm:cxn modelId="{2CC98D2D-4EC4-41D0-A8FF-17773BAF42C8}" type="presOf" srcId="{1C192FAB-AC02-498E-AC80-65905794742E}" destId="{C3817B41-7C75-40C5-8A90-4D2F6CA6A188}" srcOrd="0" destOrd="1" presId="urn:microsoft.com/office/officeart/2018/2/layout/IconVerticalSolidList"/>
    <dgm:cxn modelId="{6F0C7B70-2DCA-4AB7-9B33-742251988C25}" type="presOf" srcId="{04E4106F-B355-4F22-B38A-F0D074B72732}" destId="{541B1073-BED3-4FF6-A7A2-14B60C6FA6C0}" srcOrd="0" destOrd="0" presId="urn:microsoft.com/office/officeart/2018/2/layout/IconVerticalSolidList"/>
    <dgm:cxn modelId="{6660F375-F141-47F6-B909-EDC4175E534D}" srcId="{0B859ED6-FB45-4933-B78B-136104C23F20}" destId="{1C192FAB-AC02-498E-AC80-65905794742E}" srcOrd="1" destOrd="0" parTransId="{752793A7-6330-428B-B1B4-AA1774CE69D1}" sibTransId="{94D3536C-BF09-4FE0-9131-FEDD287DF307}"/>
    <dgm:cxn modelId="{AF3EE380-1D3B-4F51-850E-EAE6656C6655}" type="presOf" srcId="{0B859ED6-FB45-4933-B78B-136104C23F20}" destId="{2255893D-2D83-492E-8894-1FE886543FA2}" srcOrd="0" destOrd="0" presId="urn:microsoft.com/office/officeart/2018/2/layout/IconVerticalSolidList"/>
    <dgm:cxn modelId="{6F2E3D83-6099-4904-9453-1BD5D4C9B502}" srcId="{C50AC479-E479-4283-A8CB-968ACC17DD20}" destId="{523D1792-797D-4590-91F9-2C6A32C44699}" srcOrd="0" destOrd="0" parTransId="{D45B4CB1-7E1A-4EE5-9FA3-42011B19CF1B}" sibTransId="{1146EECA-9756-4036-BEA2-423CCCE9F9BC}"/>
    <dgm:cxn modelId="{7C22028C-7D39-4BEA-A279-2BC6033CDABF}" srcId="{C50AC479-E479-4283-A8CB-968ACC17DD20}" destId="{0B859ED6-FB45-4933-B78B-136104C23F20}" srcOrd="2" destOrd="0" parTransId="{63800FEC-CEDC-4930-A1EF-98B9E9F910B1}" sibTransId="{17C2D957-F424-414E-8269-9C49BE528E63}"/>
    <dgm:cxn modelId="{D9AEB59A-661F-4744-A30D-6B180B22E34E}" srcId="{0B859ED6-FB45-4933-B78B-136104C23F20}" destId="{5E2DBD98-DC24-4F7D-BF6B-B33F1FDB3C5E}" srcOrd="0" destOrd="0" parTransId="{AB01AE85-7577-492A-9368-294238B212E8}" sibTransId="{8E27F912-8807-4EE7-B200-AE13BA01E63D}"/>
    <dgm:cxn modelId="{D75E29BC-ED7C-470B-86A2-E6854FCEFD0F}" srcId="{C50AC479-E479-4283-A8CB-968ACC17DD20}" destId="{04E4106F-B355-4F22-B38A-F0D074B72732}" srcOrd="1" destOrd="0" parTransId="{02AF27C8-497B-4C24-8A04-62E63FB7A00D}" sibTransId="{207F812C-8960-427D-9399-A9C2CB032625}"/>
    <dgm:cxn modelId="{821B76E5-05FE-4386-B30F-3BF1036F30C9}" type="presOf" srcId="{523D1792-797D-4590-91F9-2C6A32C44699}" destId="{D9109CF5-6592-478E-8C93-03D6D8213141}" srcOrd="0" destOrd="0" presId="urn:microsoft.com/office/officeart/2018/2/layout/IconVerticalSolidList"/>
    <dgm:cxn modelId="{67C734CC-B1F1-4EBE-BEF4-5158F96C1EB5}" type="presParOf" srcId="{AD978E51-2C17-437D-A653-801424CD6B10}" destId="{15AD4436-7F71-4D1A-8475-B7A9C2537668}" srcOrd="0" destOrd="0" presId="urn:microsoft.com/office/officeart/2018/2/layout/IconVerticalSolidList"/>
    <dgm:cxn modelId="{24DB36A6-6FF3-4AE2-B15A-E5ADD98AA7A7}" type="presParOf" srcId="{15AD4436-7F71-4D1A-8475-B7A9C2537668}" destId="{08AFCC07-733A-4FBE-9B5B-06A8265C59D8}" srcOrd="0" destOrd="0" presId="urn:microsoft.com/office/officeart/2018/2/layout/IconVerticalSolidList"/>
    <dgm:cxn modelId="{37AD828E-BC8F-4C54-9927-3F62473CAA50}" type="presParOf" srcId="{15AD4436-7F71-4D1A-8475-B7A9C2537668}" destId="{FA643656-EC68-4D4D-A6CB-98A57477CFCC}" srcOrd="1" destOrd="0" presId="urn:microsoft.com/office/officeart/2018/2/layout/IconVerticalSolidList"/>
    <dgm:cxn modelId="{94EB1EDA-FB4D-4A69-A3F4-D1E9709BF86D}" type="presParOf" srcId="{15AD4436-7F71-4D1A-8475-B7A9C2537668}" destId="{EDF5757B-5EAA-4679-9662-340C9947479F}" srcOrd="2" destOrd="0" presId="urn:microsoft.com/office/officeart/2018/2/layout/IconVerticalSolidList"/>
    <dgm:cxn modelId="{5C2D7383-3D57-41E4-B91D-119D035BAD67}" type="presParOf" srcId="{15AD4436-7F71-4D1A-8475-B7A9C2537668}" destId="{D9109CF5-6592-478E-8C93-03D6D8213141}" srcOrd="3" destOrd="0" presId="urn:microsoft.com/office/officeart/2018/2/layout/IconVerticalSolidList"/>
    <dgm:cxn modelId="{892DEA37-A271-451C-B7B2-C215BD2B5E89}" type="presParOf" srcId="{AD978E51-2C17-437D-A653-801424CD6B10}" destId="{53F89151-2EE9-47F5-96D8-96BCC79D1EDB}" srcOrd="1" destOrd="0" presId="urn:microsoft.com/office/officeart/2018/2/layout/IconVerticalSolidList"/>
    <dgm:cxn modelId="{524F6619-BF11-413E-86C7-45FB4603A82E}" type="presParOf" srcId="{AD978E51-2C17-437D-A653-801424CD6B10}" destId="{3A083C2F-AC45-4CFB-A0CF-616A85991ABE}" srcOrd="2" destOrd="0" presId="urn:microsoft.com/office/officeart/2018/2/layout/IconVerticalSolidList"/>
    <dgm:cxn modelId="{EB0876FF-C215-4A02-BB25-E1A1DAA5FF18}" type="presParOf" srcId="{3A083C2F-AC45-4CFB-A0CF-616A85991ABE}" destId="{F31B9361-4FDA-44B7-8820-87FAC7D1C1A8}" srcOrd="0" destOrd="0" presId="urn:microsoft.com/office/officeart/2018/2/layout/IconVerticalSolidList"/>
    <dgm:cxn modelId="{C4C2BD4C-19B6-4495-AA7B-904DBB0830D1}" type="presParOf" srcId="{3A083C2F-AC45-4CFB-A0CF-616A85991ABE}" destId="{8844AFA2-CDAC-455F-AB4F-D60222CA760E}" srcOrd="1" destOrd="0" presId="urn:microsoft.com/office/officeart/2018/2/layout/IconVerticalSolidList"/>
    <dgm:cxn modelId="{C948FACB-621D-4BE1-ADC7-BEFD21E29531}" type="presParOf" srcId="{3A083C2F-AC45-4CFB-A0CF-616A85991ABE}" destId="{EB3CE53E-0AEB-4382-AA6E-9F4B8DB9C5C8}" srcOrd="2" destOrd="0" presId="urn:microsoft.com/office/officeart/2018/2/layout/IconVerticalSolidList"/>
    <dgm:cxn modelId="{0F6504CA-2865-4FE9-98E9-7C09B290D4C1}" type="presParOf" srcId="{3A083C2F-AC45-4CFB-A0CF-616A85991ABE}" destId="{541B1073-BED3-4FF6-A7A2-14B60C6FA6C0}" srcOrd="3" destOrd="0" presId="urn:microsoft.com/office/officeart/2018/2/layout/IconVerticalSolidList"/>
    <dgm:cxn modelId="{67BBA2D9-F4D9-446D-873B-B096C7F94D3D}" type="presParOf" srcId="{AD978E51-2C17-437D-A653-801424CD6B10}" destId="{428B4DD2-0F18-48B4-A97F-D1682B2E7FCB}" srcOrd="3" destOrd="0" presId="urn:microsoft.com/office/officeart/2018/2/layout/IconVerticalSolidList"/>
    <dgm:cxn modelId="{05BD3BB6-5838-43F5-BC82-74DEF4203F95}" type="presParOf" srcId="{AD978E51-2C17-437D-A653-801424CD6B10}" destId="{C3482682-C199-413D-B9EC-87A8826B0369}" srcOrd="4" destOrd="0" presId="urn:microsoft.com/office/officeart/2018/2/layout/IconVerticalSolidList"/>
    <dgm:cxn modelId="{72383126-3A73-422D-9EAB-6EA1B2A46A27}" type="presParOf" srcId="{C3482682-C199-413D-B9EC-87A8826B0369}" destId="{CF1919F8-D1E6-4548-85C7-55577D01CC62}" srcOrd="0" destOrd="0" presId="urn:microsoft.com/office/officeart/2018/2/layout/IconVerticalSolidList"/>
    <dgm:cxn modelId="{AE81DDDC-146B-4BF7-A3CC-B6B82C9CFDB4}" type="presParOf" srcId="{C3482682-C199-413D-B9EC-87A8826B0369}" destId="{0532943C-F376-4EF9-95D6-8A8019DF8ADF}" srcOrd="1" destOrd="0" presId="urn:microsoft.com/office/officeart/2018/2/layout/IconVerticalSolidList"/>
    <dgm:cxn modelId="{4CB818AC-3178-42C7-9482-76F2EA65559A}" type="presParOf" srcId="{C3482682-C199-413D-B9EC-87A8826B0369}" destId="{2C14F765-9032-4CF5-9462-54AC43F88C6C}" srcOrd="2" destOrd="0" presId="urn:microsoft.com/office/officeart/2018/2/layout/IconVerticalSolidList"/>
    <dgm:cxn modelId="{01CB4153-0A11-4E82-8245-65F991B9B961}" type="presParOf" srcId="{C3482682-C199-413D-B9EC-87A8826B0369}" destId="{2255893D-2D83-492E-8894-1FE886543FA2}" srcOrd="3" destOrd="0" presId="urn:microsoft.com/office/officeart/2018/2/layout/IconVerticalSolidList"/>
    <dgm:cxn modelId="{067CDB9E-375E-452A-AA67-E8BED9AAF925}" type="presParOf" srcId="{C3482682-C199-413D-B9EC-87A8826B0369}" destId="{C3817B41-7C75-40C5-8A90-4D2F6CA6A188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E5A6FB1-17D2-4D0A-9454-04A4B25ACD57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66DA930-C5EA-4CDF-9A37-0F1FD8884699}">
      <dgm:prSet/>
      <dgm:spPr/>
      <dgm:t>
        <a:bodyPr/>
        <a:lstStyle/>
        <a:p>
          <a:r>
            <a:rPr lang="en-US"/>
            <a:t>Average time to acknowledge</a:t>
          </a:r>
        </a:p>
      </dgm:t>
    </dgm:pt>
    <dgm:pt modelId="{BDC6CB74-1D9F-482E-8DAB-ED18C33FFBB1}" type="parTrans" cxnId="{64956AED-4E0E-4078-B338-008E96DFD0E9}">
      <dgm:prSet/>
      <dgm:spPr/>
      <dgm:t>
        <a:bodyPr/>
        <a:lstStyle/>
        <a:p>
          <a:endParaRPr lang="en-US"/>
        </a:p>
      </dgm:t>
    </dgm:pt>
    <dgm:pt modelId="{BBA76F79-0661-48DA-9A87-981E0F3A9016}" type="sibTrans" cxnId="{64956AED-4E0E-4078-B338-008E96DFD0E9}">
      <dgm:prSet/>
      <dgm:spPr/>
      <dgm:t>
        <a:bodyPr/>
        <a:lstStyle/>
        <a:p>
          <a:endParaRPr lang="en-US"/>
        </a:p>
      </dgm:t>
    </dgm:pt>
    <dgm:pt modelId="{6B1A641F-C297-414B-B280-A31D9790D7A4}">
      <dgm:prSet/>
      <dgm:spPr/>
      <dgm:t>
        <a:bodyPr/>
        <a:lstStyle/>
        <a:p>
          <a:r>
            <a:rPr lang="en-US"/>
            <a:t>Average time to Resolve</a:t>
          </a:r>
        </a:p>
      </dgm:t>
    </dgm:pt>
    <dgm:pt modelId="{68246A19-3609-4973-9DC7-C787ADE05E76}" type="parTrans" cxnId="{675DCE5E-3B8F-4853-8870-9340977B3320}">
      <dgm:prSet/>
      <dgm:spPr/>
      <dgm:t>
        <a:bodyPr/>
        <a:lstStyle/>
        <a:p>
          <a:endParaRPr lang="en-US"/>
        </a:p>
      </dgm:t>
    </dgm:pt>
    <dgm:pt modelId="{70D8EC29-B29D-4496-A5E4-72A0A72593E9}" type="sibTrans" cxnId="{675DCE5E-3B8F-4853-8870-9340977B3320}">
      <dgm:prSet/>
      <dgm:spPr/>
      <dgm:t>
        <a:bodyPr/>
        <a:lstStyle/>
        <a:p>
          <a:endParaRPr lang="en-US"/>
        </a:p>
      </dgm:t>
    </dgm:pt>
    <dgm:pt modelId="{8B10856C-2EA5-4C84-8510-F3824216429A}">
      <dgm:prSet/>
      <dgm:spPr/>
      <dgm:t>
        <a:bodyPr/>
        <a:lstStyle/>
        <a:p>
          <a:r>
            <a:rPr lang="en-US"/>
            <a:t>Alerts per shift</a:t>
          </a:r>
        </a:p>
      </dgm:t>
    </dgm:pt>
    <dgm:pt modelId="{C76F7000-4DC7-4611-B5BC-8F2604963C9F}" type="parTrans" cxnId="{B4D9F4BD-4652-4979-88A6-9C6F4D8B5EE9}">
      <dgm:prSet/>
      <dgm:spPr/>
      <dgm:t>
        <a:bodyPr/>
        <a:lstStyle/>
        <a:p>
          <a:endParaRPr lang="en-US"/>
        </a:p>
      </dgm:t>
    </dgm:pt>
    <dgm:pt modelId="{72947CE7-CF34-42E8-9BAB-E97415A37758}" type="sibTrans" cxnId="{B4D9F4BD-4652-4979-88A6-9C6F4D8B5EE9}">
      <dgm:prSet/>
      <dgm:spPr/>
      <dgm:t>
        <a:bodyPr/>
        <a:lstStyle/>
        <a:p>
          <a:endParaRPr lang="en-US"/>
        </a:p>
      </dgm:t>
    </dgm:pt>
    <dgm:pt modelId="{F81E1610-D524-4F0D-A34C-3F5C48E14164}">
      <dgm:prSet/>
      <dgm:spPr/>
      <dgm:t>
        <a:bodyPr/>
        <a:lstStyle/>
        <a:p>
          <a:r>
            <a:rPr lang="en-US"/>
            <a:t>Satisfaction surveys (Both customer and Engineer)</a:t>
          </a:r>
        </a:p>
      </dgm:t>
    </dgm:pt>
    <dgm:pt modelId="{798068B6-D384-42CF-8BBB-0C6F15375D99}" type="parTrans" cxnId="{963A385F-0DE2-4CBE-9317-3484A9B8A5C5}">
      <dgm:prSet/>
      <dgm:spPr/>
      <dgm:t>
        <a:bodyPr/>
        <a:lstStyle/>
        <a:p>
          <a:endParaRPr lang="en-US"/>
        </a:p>
      </dgm:t>
    </dgm:pt>
    <dgm:pt modelId="{31FFB9EF-7499-4676-9740-B2F06E446D60}" type="sibTrans" cxnId="{963A385F-0DE2-4CBE-9317-3484A9B8A5C5}">
      <dgm:prSet/>
      <dgm:spPr/>
      <dgm:t>
        <a:bodyPr/>
        <a:lstStyle/>
        <a:p>
          <a:endParaRPr lang="en-US"/>
        </a:p>
      </dgm:t>
    </dgm:pt>
    <dgm:pt modelId="{B09D3756-945C-4296-9B20-54AB6BB1793B}" type="pres">
      <dgm:prSet presAssocID="{DE5A6FB1-17D2-4D0A-9454-04A4B25ACD57}" presName="matrix" presStyleCnt="0">
        <dgm:presLayoutVars>
          <dgm:chMax val="1"/>
          <dgm:dir/>
          <dgm:resizeHandles val="exact"/>
        </dgm:presLayoutVars>
      </dgm:prSet>
      <dgm:spPr/>
    </dgm:pt>
    <dgm:pt modelId="{E0AC9AC5-D500-4BC3-A3D0-979EF0DE55C6}" type="pres">
      <dgm:prSet presAssocID="{DE5A6FB1-17D2-4D0A-9454-04A4B25ACD57}" presName="diamond" presStyleLbl="bgShp" presStyleIdx="0" presStyleCnt="1"/>
      <dgm:spPr/>
    </dgm:pt>
    <dgm:pt modelId="{AAADFC24-97F1-41F9-BDD1-C372E69B1F43}" type="pres">
      <dgm:prSet presAssocID="{DE5A6FB1-17D2-4D0A-9454-04A4B25ACD5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06D146C-A71B-4A03-ACB4-C85503F86FAB}" type="pres">
      <dgm:prSet presAssocID="{DE5A6FB1-17D2-4D0A-9454-04A4B25ACD5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E028AAE-90EC-4D86-B4C1-9EE8E7CE3958}" type="pres">
      <dgm:prSet presAssocID="{DE5A6FB1-17D2-4D0A-9454-04A4B25ACD5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8B86C4F-94DD-4F12-8866-8B0922792F75}" type="pres">
      <dgm:prSet presAssocID="{DE5A6FB1-17D2-4D0A-9454-04A4B25ACD5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75DCE5E-3B8F-4853-8870-9340977B3320}" srcId="{DE5A6FB1-17D2-4D0A-9454-04A4B25ACD57}" destId="{6B1A641F-C297-414B-B280-A31D9790D7A4}" srcOrd="1" destOrd="0" parTransId="{68246A19-3609-4973-9DC7-C787ADE05E76}" sibTransId="{70D8EC29-B29D-4496-A5E4-72A0A72593E9}"/>
    <dgm:cxn modelId="{963A385F-0DE2-4CBE-9317-3484A9B8A5C5}" srcId="{DE5A6FB1-17D2-4D0A-9454-04A4B25ACD57}" destId="{F81E1610-D524-4F0D-A34C-3F5C48E14164}" srcOrd="3" destOrd="0" parTransId="{798068B6-D384-42CF-8BBB-0C6F15375D99}" sibTransId="{31FFB9EF-7499-4676-9740-B2F06E446D60}"/>
    <dgm:cxn modelId="{75B5C842-7775-44CC-800C-913B0910F055}" type="presOf" srcId="{DE5A6FB1-17D2-4D0A-9454-04A4B25ACD57}" destId="{B09D3756-945C-4296-9B20-54AB6BB1793B}" srcOrd="0" destOrd="0" presId="urn:microsoft.com/office/officeart/2005/8/layout/matrix3"/>
    <dgm:cxn modelId="{14C85D46-AEE5-4A8E-AE66-CF7911B74B3F}" type="presOf" srcId="{8B10856C-2EA5-4C84-8510-F3824216429A}" destId="{AE028AAE-90EC-4D86-B4C1-9EE8E7CE3958}" srcOrd="0" destOrd="0" presId="urn:microsoft.com/office/officeart/2005/8/layout/matrix3"/>
    <dgm:cxn modelId="{14A57F53-A6AB-4553-AC1A-10FD31699711}" type="presOf" srcId="{966DA930-C5EA-4CDF-9A37-0F1FD8884699}" destId="{AAADFC24-97F1-41F9-BDD1-C372E69B1F43}" srcOrd="0" destOrd="0" presId="urn:microsoft.com/office/officeart/2005/8/layout/matrix3"/>
    <dgm:cxn modelId="{55CEDBA7-37C3-46A3-A8C5-9A66B3CFB2B5}" type="presOf" srcId="{F81E1610-D524-4F0D-A34C-3F5C48E14164}" destId="{F8B86C4F-94DD-4F12-8866-8B0922792F75}" srcOrd="0" destOrd="0" presId="urn:microsoft.com/office/officeart/2005/8/layout/matrix3"/>
    <dgm:cxn modelId="{B4D9F4BD-4652-4979-88A6-9C6F4D8B5EE9}" srcId="{DE5A6FB1-17D2-4D0A-9454-04A4B25ACD57}" destId="{8B10856C-2EA5-4C84-8510-F3824216429A}" srcOrd="2" destOrd="0" parTransId="{C76F7000-4DC7-4611-B5BC-8F2604963C9F}" sibTransId="{72947CE7-CF34-42E8-9BAB-E97415A37758}"/>
    <dgm:cxn modelId="{BA52FEE6-ECF5-4F36-B98B-B184C6587C1C}" type="presOf" srcId="{6B1A641F-C297-414B-B280-A31D9790D7A4}" destId="{506D146C-A71B-4A03-ACB4-C85503F86FAB}" srcOrd="0" destOrd="0" presId="urn:microsoft.com/office/officeart/2005/8/layout/matrix3"/>
    <dgm:cxn modelId="{64956AED-4E0E-4078-B338-008E96DFD0E9}" srcId="{DE5A6FB1-17D2-4D0A-9454-04A4B25ACD57}" destId="{966DA930-C5EA-4CDF-9A37-0F1FD8884699}" srcOrd="0" destOrd="0" parTransId="{BDC6CB74-1D9F-482E-8DAB-ED18C33FFBB1}" sibTransId="{BBA76F79-0661-48DA-9A87-981E0F3A9016}"/>
    <dgm:cxn modelId="{B9A3C7B3-98C6-46C4-A175-E878DE6756C0}" type="presParOf" srcId="{B09D3756-945C-4296-9B20-54AB6BB1793B}" destId="{E0AC9AC5-D500-4BC3-A3D0-979EF0DE55C6}" srcOrd="0" destOrd="0" presId="urn:microsoft.com/office/officeart/2005/8/layout/matrix3"/>
    <dgm:cxn modelId="{D924CDA2-755B-4C34-8AF1-E22CFE21C092}" type="presParOf" srcId="{B09D3756-945C-4296-9B20-54AB6BB1793B}" destId="{AAADFC24-97F1-41F9-BDD1-C372E69B1F43}" srcOrd="1" destOrd="0" presId="urn:microsoft.com/office/officeart/2005/8/layout/matrix3"/>
    <dgm:cxn modelId="{C7B1789F-9E46-4238-80A0-F4F26439ADBF}" type="presParOf" srcId="{B09D3756-945C-4296-9B20-54AB6BB1793B}" destId="{506D146C-A71B-4A03-ACB4-C85503F86FAB}" srcOrd="2" destOrd="0" presId="urn:microsoft.com/office/officeart/2005/8/layout/matrix3"/>
    <dgm:cxn modelId="{E620077C-5C10-4B96-89EE-1170B8BB88F8}" type="presParOf" srcId="{B09D3756-945C-4296-9B20-54AB6BB1793B}" destId="{AE028AAE-90EC-4D86-B4C1-9EE8E7CE3958}" srcOrd="3" destOrd="0" presId="urn:microsoft.com/office/officeart/2005/8/layout/matrix3"/>
    <dgm:cxn modelId="{3563C08F-5889-41FE-9956-896F1EB99634}" type="presParOf" srcId="{B09D3756-945C-4296-9B20-54AB6BB1793B}" destId="{F8B86C4F-94DD-4F12-8866-8B0922792F7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942D6C-D2AA-444A-8D72-D973FB3569FB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D73D82-FC46-4226-8F6B-E601EF0A3A21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rotation of personnel designed to provide 24/7 reliability/incident response</a:t>
          </a:r>
        </a:p>
      </dsp:txBody>
      <dsp:txXfrm>
        <a:off x="59990" y="2654049"/>
        <a:ext cx="3226223" cy="720000"/>
      </dsp:txXfrm>
    </dsp:sp>
    <dsp:sp modelId="{3D1F4EE4-A49F-4079-961D-698AC3B40E09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874132-D539-424A-9E75-DCF7188C29E5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Developers will be On Call for specified periods of times</a:t>
          </a:r>
        </a:p>
      </dsp:txBody>
      <dsp:txXfrm>
        <a:off x="3850802" y="2654049"/>
        <a:ext cx="3226223" cy="720000"/>
      </dsp:txXfrm>
    </dsp:sp>
    <dsp:sp modelId="{05FAE012-4D62-4E63-A75D-D851D10018E0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F4987C-329E-453E-A8D5-71A76E031D25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Each developer On Call is responsible for responding to incidents</a:t>
          </a:r>
        </a:p>
      </dsp:txBody>
      <dsp:txXfrm>
        <a:off x="7641615" y="2654049"/>
        <a:ext cx="3226223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D7B492-CE20-458A-A3A9-86D4E987DC1F}">
      <dsp:nvSpPr>
        <dsp:cNvPr id="0" name=""/>
        <dsp:cNvSpPr/>
      </dsp:nvSpPr>
      <dsp:spPr>
        <a:xfrm>
          <a:off x="0" y="682"/>
          <a:ext cx="6245265" cy="159656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CBE389-04B2-44FD-9DB0-98FC025F5663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53D316-336A-4ED6-A27F-F47D710CBB96}">
      <dsp:nvSpPr>
        <dsp:cNvPr id="0" name=""/>
        <dsp:cNvSpPr/>
      </dsp:nvSpPr>
      <dsp:spPr>
        <a:xfrm>
          <a:off x="1844034" y="682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Reduces downtime which improves customer trust</a:t>
          </a:r>
        </a:p>
      </dsp:txBody>
      <dsp:txXfrm>
        <a:off x="1844034" y="682"/>
        <a:ext cx="4401230" cy="1596566"/>
      </dsp:txXfrm>
    </dsp:sp>
    <dsp:sp modelId="{C888281B-79F4-4CF0-A2A8-A451802CCD46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5E2243-1262-413C-9F18-357528565383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E65185-3439-45A0-8004-F4E4C17412B4}">
      <dsp:nvSpPr>
        <dsp:cNvPr id="0" name=""/>
        <dsp:cNvSpPr/>
      </dsp:nvSpPr>
      <dsp:spPr>
        <a:xfrm>
          <a:off x="1844034" y="1996390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Prevents knowledge silos</a:t>
          </a:r>
        </a:p>
      </dsp:txBody>
      <dsp:txXfrm>
        <a:off x="1844034" y="1996390"/>
        <a:ext cx="4401230" cy="1596566"/>
      </dsp:txXfrm>
    </dsp:sp>
    <dsp:sp modelId="{0046C836-1DFE-4E1D-BA7A-604726208495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4EE042-79DB-40E4-A255-4800620DB3D2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DCCE69-E0F2-450C-9E3E-EBED179AAD01}">
      <dsp:nvSpPr>
        <dsp:cNvPr id="0" name=""/>
        <dsp:cNvSpPr/>
      </dsp:nvSpPr>
      <dsp:spPr>
        <a:xfrm>
          <a:off x="1844034" y="3992098"/>
          <a:ext cx="2810369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Forces accountability on the developers for production health</a:t>
          </a:r>
        </a:p>
      </dsp:txBody>
      <dsp:txXfrm>
        <a:off x="1844034" y="3992098"/>
        <a:ext cx="2810369" cy="1596566"/>
      </dsp:txXfrm>
    </dsp:sp>
    <dsp:sp modelId="{BB514BFE-49AF-4F68-91A9-D11FB198EA0B}">
      <dsp:nvSpPr>
        <dsp:cNvPr id="0" name=""/>
        <dsp:cNvSpPr/>
      </dsp:nvSpPr>
      <dsp:spPr>
        <a:xfrm>
          <a:off x="4654403" y="3992098"/>
          <a:ext cx="1590861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They are more likely to care about getting things done right the first time, so they don’t get called</a:t>
          </a:r>
        </a:p>
      </dsp:txBody>
      <dsp:txXfrm>
        <a:off x="4654403" y="3992098"/>
        <a:ext cx="1590861" cy="15965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6578EE-C37F-44D5-8DDF-B6DB9667CD03}">
      <dsp:nvSpPr>
        <dsp:cNvPr id="0" name=""/>
        <dsp:cNvSpPr/>
      </dsp:nvSpPr>
      <dsp:spPr>
        <a:xfrm>
          <a:off x="3381" y="47777"/>
          <a:ext cx="3296840" cy="98052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Low value alerts</a:t>
          </a:r>
        </a:p>
      </dsp:txBody>
      <dsp:txXfrm>
        <a:off x="3381" y="47777"/>
        <a:ext cx="3296840" cy="980526"/>
      </dsp:txXfrm>
    </dsp:sp>
    <dsp:sp modelId="{E538E143-F654-4B70-8366-7C7D19E13728}">
      <dsp:nvSpPr>
        <dsp:cNvPr id="0" name=""/>
        <dsp:cNvSpPr/>
      </dsp:nvSpPr>
      <dsp:spPr>
        <a:xfrm>
          <a:off x="3381" y="1028303"/>
          <a:ext cx="3296840" cy="265771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Alerts should be about critical things that can’t wait.</a:t>
          </a:r>
        </a:p>
      </dsp:txBody>
      <dsp:txXfrm>
        <a:off x="3381" y="1028303"/>
        <a:ext cx="3296840" cy="2657717"/>
      </dsp:txXfrm>
    </dsp:sp>
    <dsp:sp modelId="{42C45B09-2B89-4A1B-95D6-51B679BCAE84}">
      <dsp:nvSpPr>
        <dsp:cNvPr id="0" name=""/>
        <dsp:cNvSpPr/>
      </dsp:nvSpPr>
      <dsp:spPr>
        <a:xfrm>
          <a:off x="3761779" y="47777"/>
          <a:ext cx="3296840" cy="980526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On-Call and Project Work Conflicts</a:t>
          </a:r>
        </a:p>
      </dsp:txBody>
      <dsp:txXfrm>
        <a:off x="3761779" y="47777"/>
        <a:ext cx="3296840" cy="980526"/>
      </dsp:txXfrm>
    </dsp:sp>
    <dsp:sp modelId="{F6FB1DCE-11E2-415D-9EA9-D1EB8739038D}">
      <dsp:nvSpPr>
        <dsp:cNvPr id="0" name=""/>
        <dsp:cNvSpPr/>
      </dsp:nvSpPr>
      <dsp:spPr>
        <a:xfrm>
          <a:off x="3761779" y="1028303"/>
          <a:ext cx="3296840" cy="2657717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The rotation may cause conflicts with completing project work</a:t>
          </a:r>
        </a:p>
      </dsp:txBody>
      <dsp:txXfrm>
        <a:off x="3761779" y="1028303"/>
        <a:ext cx="3296840" cy="2657717"/>
      </dsp:txXfrm>
    </dsp:sp>
    <dsp:sp modelId="{1A4973ED-1C37-466D-BFDF-3A8882580E11}">
      <dsp:nvSpPr>
        <dsp:cNvPr id="0" name=""/>
        <dsp:cNvSpPr/>
      </dsp:nvSpPr>
      <dsp:spPr>
        <a:xfrm>
          <a:off x="7520178" y="47777"/>
          <a:ext cx="3296840" cy="980526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Small rotation schedules</a:t>
          </a:r>
        </a:p>
      </dsp:txBody>
      <dsp:txXfrm>
        <a:off x="7520178" y="47777"/>
        <a:ext cx="3296840" cy="980526"/>
      </dsp:txXfrm>
    </dsp:sp>
    <dsp:sp modelId="{12A0D366-5F23-43DB-8E19-EB3012908238}">
      <dsp:nvSpPr>
        <dsp:cNvPr id="0" name=""/>
        <dsp:cNvSpPr/>
      </dsp:nvSpPr>
      <dsp:spPr>
        <a:xfrm>
          <a:off x="7520178" y="1028303"/>
          <a:ext cx="3296840" cy="2657717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Small teams mean people are on call potentially more than once a month, increasing potential burnout</a:t>
          </a:r>
        </a:p>
      </dsp:txBody>
      <dsp:txXfrm>
        <a:off x="7520178" y="1028303"/>
        <a:ext cx="3296840" cy="265771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328B0D-BF5F-4B92-9F48-4B2FEA0CC2B6}">
      <dsp:nvSpPr>
        <dsp:cNvPr id="0" name=""/>
        <dsp:cNvSpPr/>
      </dsp:nvSpPr>
      <dsp:spPr>
        <a:xfrm>
          <a:off x="2164080" y="1166"/>
          <a:ext cx="8656320" cy="119598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957" tIns="303780" rIns="167957" bIns="30378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Rotate weekly for small teams, large teams can rotate more often</a:t>
          </a:r>
        </a:p>
      </dsp:txBody>
      <dsp:txXfrm>
        <a:off x="2164080" y="1166"/>
        <a:ext cx="8656320" cy="1195982"/>
      </dsp:txXfrm>
    </dsp:sp>
    <dsp:sp modelId="{567647BB-25DF-4065-8992-E7776BE29096}">
      <dsp:nvSpPr>
        <dsp:cNvPr id="0" name=""/>
        <dsp:cNvSpPr/>
      </dsp:nvSpPr>
      <dsp:spPr>
        <a:xfrm>
          <a:off x="0" y="1166"/>
          <a:ext cx="2164080" cy="119598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516" tIns="118136" rIns="114516" bIns="1181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Rotate</a:t>
          </a:r>
        </a:p>
      </dsp:txBody>
      <dsp:txXfrm>
        <a:off x="0" y="1166"/>
        <a:ext cx="2164080" cy="1195982"/>
      </dsp:txXfrm>
    </dsp:sp>
    <dsp:sp modelId="{B3A9086C-57BD-4167-A9A7-636F62EE915F}">
      <dsp:nvSpPr>
        <dsp:cNvPr id="0" name=""/>
        <dsp:cNvSpPr/>
      </dsp:nvSpPr>
      <dsp:spPr>
        <a:xfrm>
          <a:off x="2164080" y="1268908"/>
          <a:ext cx="8656320" cy="1195982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957" tIns="303780" rIns="167957" bIns="30378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Have Primary and back up responders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In the case the primary contact is unable to log in within a certain amount of time</a:t>
          </a:r>
        </a:p>
      </dsp:txBody>
      <dsp:txXfrm>
        <a:off x="2164080" y="1268908"/>
        <a:ext cx="8656320" cy="1195982"/>
      </dsp:txXfrm>
    </dsp:sp>
    <dsp:sp modelId="{0FB55BD5-D97D-4691-8189-A80F4E677B0F}">
      <dsp:nvSpPr>
        <dsp:cNvPr id="0" name=""/>
        <dsp:cNvSpPr/>
      </dsp:nvSpPr>
      <dsp:spPr>
        <a:xfrm>
          <a:off x="0" y="1268908"/>
          <a:ext cx="2164080" cy="1195982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516" tIns="118136" rIns="114516" bIns="1181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Have</a:t>
          </a:r>
        </a:p>
      </dsp:txBody>
      <dsp:txXfrm>
        <a:off x="0" y="1268908"/>
        <a:ext cx="2164080" cy="1195982"/>
      </dsp:txXfrm>
    </dsp:sp>
    <dsp:sp modelId="{CADE8CBB-4E34-4872-9F26-820ABC239400}">
      <dsp:nvSpPr>
        <dsp:cNvPr id="0" name=""/>
        <dsp:cNvSpPr/>
      </dsp:nvSpPr>
      <dsp:spPr>
        <a:xfrm>
          <a:off x="2164080" y="2536649"/>
          <a:ext cx="8656320" cy="1195982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957" tIns="303780" rIns="167957" bIns="30378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If a global company, don’t schedule developers to be on call at night for them</a:t>
          </a:r>
        </a:p>
      </dsp:txBody>
      <dsp:txXfrm>
        <a:off x="2164080" y="2536649"/>
        <a:ext cx="8656320" cy="1195982"/>
      </dsp:txXfrm>
    </dsp:sp>
    <dsp:sp modelId="{68BC3D6C-951C-458C-B360-7A280B48F970}">
      <dsp:nvSpPr>
        <dsp:cNvPr id="0" name=""/>
        <dsp:cNvSpPr/>
      </dsp:nvSpPr>
      <dsp:spPr>
        <a:xfrm>
          <a:off x="0" y="2536649"/>
          <a:ext cx="2164080" cy="119598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516" tIns="118136" rIns="114516" bIns="1181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Don’t schedule</a:t>
          </a:r>
        </a:p>
      </dsp:txBody>
      <dsp:txXfrm>
        <a:off x="0" y="2536649"/>
        <a:ext cx="2164080" cy="119598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AFCC07-733A-4FBE-9B5B-06A8265C59D8}">
      <dsp:nvSpPr>
        <dsp:cNvPr id="0" name=""/>
        <dsp:cNvSpPr/>
      </dsp:nvSpPr>
      <dsp:spPr>
        <a:xfrm>
          <a:off x="0" y="679"/>
          <a:ext cx="6651253" cy="159028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643656-EC68-4D4D-A6CB-98A57477CFCC}">
      <dsp:nvSpPr>
        <dsp:cNvPr id="0" name=""/>
        <dsp:cNvSpPr/>
      </dsp:nvSpPr>
      <dsp:spPr>
        <a:xfrm>
          <a:off x="481061" y="358494"/>
          <a:ext cx="874657" cy="8746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109CF5-6592-478E-8C93-03D6D8213141}">
      <dsp:nvSpPr>
        <dsp:cNvPr id="0" name=""/>
        <dsp:cNvSpPr/>
      </dsp:nvSpPr>
      <dsp:spPr>
        <a:xfrm>
          <a:off x="1836781" y="679"/>
          <a:ext cx="4814471" cy="1590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305" tIns="168305" rIns="168305" bIns="16830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Don’t alert on things that can’t be acted on immediately</a:t>
          </a:r>
        </a:p>
      </dsp:txBody>
      <dsp:txXfrm>
        <a:off x="1836781" y="679"/>
        <a:ext cx="4814471" cy="1590287"/>
      </dsp:txXfrm>
    </dsp:sp>
    <dsp:sp modelId="{F31B9361-4FDA-44B7-8820-87FAC7D1C1A8}">
      <dsp:nvSpPr>
        <dsp:cNvPr id="0" name=""/>
        <dsp:cNvSpPr/>
      </dsp:nvSpPr>
      <dsp:spPr>
        <a:xfrm>
          <a:off x="0" y="1988538"/>
          <a:ext cx="6651253" cy="159028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44AFA2-CDAC-455F-AB4F-D60222CA760E}">
      <dsp:nvSpPr>
        <dsp:cNvPr id="0" name=""/>
        <dsp:cNvSpPr/>
      </dsp:nvSpPr>
      <dsp:spPr>
        <a:xfrm>
          <a:off x="481061" y="2346353"/>
          <a:ext cx="874657" cy="8746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1B1073-BED3-4FF6-A7A2-14B60C6FA6C0}">
      <dsp:nvSpPr>
        <dsp:cNvPr id="0" name=""/>
        <dsp:cNvSpPr/>
      </dsp:nvSpPr>
      <dsp:spPr>
        <a:xfrm>
          <a:off x="1836781" y="1988538"/>
          <a:ext cx="4814471" cy="1590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305" tIns="168305" rIns="168305" bIns="16830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Automate as much of the Alerting as possible</a:t>
          </a:r>
        </a:p>
      </dsp:txBody>
      <dsp:txXfrm>
        <a:off x="1836781" y="1988538"/>
        <a:ext cx="4814471" cy="1590287"/>
      </dsp:txXfrm>
    </dsp:sp>
    <dsp:sp modelId="{CF1919F8-D1E6-4548-85C7-55577D01CC62}">
      <dsp:nvSpPr>
        <dsp:cNvPr id="0" name=""/>
        <dsp:cNvSpPr/>
      </dsp:nvSpPr>
      <dsp:spPr>
        <a:xfrm>
          <a:off x="0" y="3976397"/>
          <a:ext cx="6651253" cy="159028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32943C-F376-4EF9-95D6-8A8019DF8ADF}">
      <dsp:nvSpPr>
        <dsp:cNvPr id="0" name=""/>
        <dsp:cNvSpPr/>
      </dsp:nvSpPr>
      <dsp:spPr>
        <a:xfrm>
          <a:off x="481061" y="4334211"/>
          <a:ext cx="874657" cy="8746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55893D-2D83-492E-8894-1FE886543FA2}">
      <dsp:nvSpPr>
        <dsp:cNvPr id="0" name=""/>
        <dsp:cNvSpPr/>
      </dsp:nvSpPr>
      <dsp:spPr>
        <a:xfrm>
          <a:off x="1836781" y="3976397"/>
          <a:ext cx="2993063" cy="1590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305" tIns="168305" rIns="168305" bIns="16830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Maintain How-To’s and answers to common issues</a:t>
          </a:r>
        </a:p>
      </dsp:txBody>
      <dsp:txXfrm>
        <a:off x="1836781" y="3976397"/>
        <a:ext cx="2993063" cy="1590287"/>
      </dsp:txXfrm>
    </dsp:sp>
    <dsp:sp modelId="{C3817B41-7C75-40C5-8A90-4D2F6CA6A188}">
      <dsp:nvSpPr>
        <dsp:cNvPr id="0" name=""/>
        <dsp:cNvSpPr/>
      </dsp:nvSpPr>
      <dsp:spPr>
        <a:xfrm>
          <a:off x="4829845" y="3976397"/>
          <a:ext cx="1821407" cy="1590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305" tIns="168305" rIns="168305" bIns="168305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This helps provide an easy check list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This also helps with automation of fixes in the future</a:t>
          </a:r>
        </a:p>
      </dsp:txBody>
      <dsp:txXfrm>
        <a:off x="4829845" y="3976397"/>
        <a:ext cx="1821407" cy="159028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AC9AC5-D500-4BC3-A3D0-979EF0DE55C6}">
      <dsp:nvSpPr>
        <dsp:cNvPr id="0" name=""/>
        <dsp:cNvSpPr/>
      </dsp:nvSpPr>
      <dsp:spPr>
        <a:xfrm>
          <a:off x="656244" y="0"/>
          <a:ext cx="5338764" cy="5338764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ADFC24-97F1-41F9-BDD1-C372E69B1F43}">
      <dsp:nvSpPr>
        <dsp:cNvPr id="0" name=""/>
        <dsp:cNvSpPr/>
      </dsp:nvSpPr>
      <dsp:spPr>
        <a:xfrm>
          <a:off x="1163427" y="507182"/>
          <a:ext cx="2082117" cy="208211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Average time to acknowledge</a:t>
          </a:r>
        </a:p>
      </dsp:txBody>
      <dsp:txXfrm>
        <a:off x="1265068" y="608823"/>
        <a:ext cx="1878835" cy="1878835"/>
      </dsp:txXfrm>
    </dsp:sp>
    <dsp:sp modelId="{506D146C-A71B-4A03-ACB4-C85503F86FAB}">
      <dsp:nvSpPr>
        <dsp:cNvPr id="0" name=""/>
        <dsp:cNvSpPr/>
      </dsp:nvSpPr>
      <dsp:spPr>
        <a:xfrm>
          <a:off x="3405707" y="507182"/>
          <a:ext cx="2082117" cy="208211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Average time to Resolve</a:t>
          </a:r>
        </a:p>
      </dsp:txBody>
      <dsp:txXfrm>
        <a:off x="3507348" y="608823"/>
        <a:ext cx="1878835" cy="1878835"/>
      </dsp:txXfrm>
    </dsp:sp>
    <dsp:sp modelId="{AE028AAE-90EC-4D86-B4C1-9EE8E7CE3958}">
      <dsp:nvSpPr>
        <dsp:cNvPr id="0" name=""/>
        <dsp:cNvSpPr/>
      </dsp:nvSpPr>
      <dsp:spPr>
        <a:xfrm>
          <a:off x="1163427" y="2749463"/>
          <a:ext cx="2082117" cy="208211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Alerts per shift</a:t>
          </a:r>
        </a:p>
      </dsp:txBody>
      <dsp:txXfrm>
        <a:off x="1265068" y="2851104"/>
        <a:ext cx="1878835" cy="1878835"/>
      </dsp:txXfrm>
    </dsp:sp>
    <dsp:sp modelId="{F8B86C4F-94DD-4F12-8866-8B0922792F75}">
      <dsp:nvSpPr>
        <dsp:cNvPr id="0" name=""/>
        <dsp:cNvSpPr/>
      </dsp:nvSpPr>
      <dsp:spPr>
        <a:xfrm>
          <a:off x="3405707" y="2749463"/>
          <a:ext cx="2082117" cy="208211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Satisfaction surveys (Both customer and Engineer)</a:t>
          </a:r>
        </a:p>
      </dsp:txBody>
      <dsp:txXfrm>
        <a:off x="3507348" y="2851104"/>
        <a:ext cx="1878835" cy="18788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57501-0C6A-D688-CFA5-8C451BBC14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66938D-8D61-A95E-5183-606067E4A2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A7870-89F6-1196-AB27-1761C11E4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99DD5-0AB9-4D0E-9BE0-FF7AF4690BE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752BF-FC71-C014-F3B6-CCDD970A6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84AB7-3498-8871-00EC-BFD715B2E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F90D-49A5-4CD0-BE7C-AF24CBD13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585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5B105-463B-6C73-E808-030419F4D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98B50-C8AB-1ADB-13ED-07DC97BCB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6BDFF-0E97-D195-C728-A526413B5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99DD5-0AB9-4D0E-9BE0-FF7AF4690BE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923F7-A0FB-34C7-7535-2F890038A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C3939-2A15-8151-0DA2-A30EE48EE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F90D-49A5-4CD0-BE7C-AF24CBD13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434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CE1BA-2410-3380-DB14-CC0C200BB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AB30F-8014-EDA1-92B7-4C6CE239C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00F00-2085-9F11-7352-06D999C39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99DD5-0AB9-4D0E-9BE0-FF7AF4690BE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FA085-1D61-245E-B1C0-6F16079D0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879EE-FF32-E548-A53A-618048FC6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F90D-49A5-4CD0-BE7C-AF24CBD13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874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644F1-A137-0EFD-FFDB-A1C8691CA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8B4F5-8462-AA0F-5A60-8849B29EE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39519E-F617-5BEA-524C-883D68A10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4D7D28-0D93-BC34-9E15-F9383A930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99DD5-0AB9-4D0E-9BE0-FF7AF4690BE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7DBFC6-EA7D-7DF7-3539-3E9F19F2A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46255-0116-EA3A-9DC9-DEE19ECBF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F90D-49A5-4CD0-BE7C-AF24CBD13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359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92E4A-85AA-09C2-1B99-532C30790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D72CDB-E4C5-9F21-87B6-CDE7825CB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8A162E-0BC6-D7BB-4749-E6B3023F7A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EC0242-1265-648B-5246-280AA47DAF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E8D675-AB63-6A50-9BC6-380228E9FE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C5A9EE-D23C-528A-3AAF-27F823182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99DD5-0AB9-4D0E-9BE0-FF7AF4690BE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AED010-6A59-4775-81E6-8A12373E0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CA51EF-BD51-BBCE-B9A3-A8C58AEC7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F90D-49A5-4CD0-BE7C-AF24CBD13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666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FB6D1-DCD5-56C0-204B-1FC49F7E5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A2E207-5E55-7E02-83B8-B46442021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99DD5-0AB9-4D0E-9BE0-FF7AF4690BE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EDF02-9931-0F83-A6AE-F06063864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BE8538-F6EB-34C5-FEE2-5DE58522E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F90D-49A5-4CD0-BE7C-AF24CBD13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109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39FCB2-768F-B9F1-4C5D-EEF03B555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99DD5-0AB9-4D0E-9BE0-FF7AF4690BE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3377F3-0CF3-68B4-AA44-86BD00CDE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CD0EB-C314-FC28-4501-47C2AEBB9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F90D-49A5-4CD0-BE7C-AF24CBD13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86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3C072-053E-BCEF-D41A-55F73CCF9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84039-17A5-CDE9-4E54-0715A2545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163F1E-56B1-2B61-CF23-471F8285C0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2F575-B623-1EAE-B17D-0FC6381FA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99DD5-0AB9-4D0E-9BE0-FF7AF4690BE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F593A-D67F-BE5A-A5D1-36A50C865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2CB621-8C4F-7AA3-D352-1E7EB817C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F90D-49A5-4CD0-BE7C-AF24CBD13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553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4A2A1-BF4C-320F-8ABC-ED8B83BC0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E69356-D8A3-4AC9-0AF9-A66D8F61EC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17DF3F-7CD5-B05D-67B0-1CC95FB16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110EB7-107D-82EB-772B-BF7B521DC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99DD5-0AB9-4D0E-9BE0-FF7AF4690BE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F9FD5-9FC8-7801-B837-A6BCF6B90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147DEB-688A-0B47-CBD8-0F764A742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F90D-49A5-4CD0-BE7C-AF24CBD13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604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EA894-929C-C640-153A-0AB8160FD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0F14A9-93BC-172C-C4A0-5AF58982D1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B73AA-8D6E-7538-EB9E-10C4CAA56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99DD5-0AB9-4D0E-9BE0-FF7AF4690BE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43885-C32C-12CC-D228-BF1BFC331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9D7B5-AD0A-67E7-D99F-00AA68955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F90D-49A5-4CD0-BE7C-AF24CBD13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458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9D511-CA10-E7BE-1402-E8109A8FAF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0E3266-D1CE-B3C9-D352-F1B08782B7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8D6AC-4999-7289-939B-728B6A519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99DD5-0AB9-4D0E-9BE0-FF7AF4690BE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09A32-5A40-8B4B-322F-EEDB62DDF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FAE95-8736-E352-FF25-32232AEDE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7F90D-49A5-4CD0-BE7C-AF24CBD13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464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31A40-6D23-DDF2-3B82-98C588886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84EF7-0F0E-849B-C0D1-9FD306753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9B34F-FC3E-5700-D012-2BC93B9164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E99DD5-0AB9-4D0E-9BE0-FF7AF4690BE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716F1-EB4F-FC2E-5AE9-F34C7114E9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BC65F-6ED6-9C61-B8B5-C3CC4C84BF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57F90D-49A5-4CD0-BE7C-AF24CBD13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950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copilot.microsoft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F3B038-4FB9-C923-2F0B-8EA74189B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US" sz="8000"/>
              <a:t>Pager Rotation Duties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602A8-5FCB-4BC6-8B37-FC2E12D722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0924" y="4619624"/>
            <a:ext cx="3946779" cy="1038225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By Matthew Rozendaal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3338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AF8A97-C963-3724-7267-B9041EB48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What is it?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D0E574-E461-5E66-6032-95D86AAE68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20091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70275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596752-803A-8A67-3C2D-2C8B0FAAF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8000" dirty="0"/>
              <a:t>Why does it matter?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D19F396-7637-A6E3-B230-57D552F624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2254519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2714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C0DCF5-1D34-1B66-9FE3-29BF05FB2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US" sz="4000"/>
              <a:t>Common On Call issues</a:t>
            </a: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38AD60EE-39F4-95FF-2137-3727BF6242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7598116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9671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D8B776-0358-81A0-F15E-9E00E030E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US" sz="4000"/>
              <a:t>Best Practice: Rotation Design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607CAE-5CC7-E513-C233-9314F5A2BB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0251790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7948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2070828-E616-4355-9C8A-A1065032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55161C6-1218-4EAF-A9E9-A319CFD76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47" y="1905000"/>
            <a:ext cx="4536800" cy="3141047"/>
          </a:xfrm>
          <a:custGeom>
            <a:avLst/>
            <a:gdLst>
              <a:gd name="connsiteX0" fmla="*/ 3362388 w 6230568"/>
              <a:gd name="connsiteY0" fmla="*/ 861 h 4239440"/>
              <a:gd name="connsiteX1" fmla="*/ 4026621 w 6230568"/>
              <a:gd name="connsiteY1" fmla="*/ 15392 h 4239440"/>
              <a:gd name="connsiteX2" fmla="*/ 5114556 w 6230568"/>
              <a:gd name="connsiteY2" fmla="*/ 34130 h 4239440"/>
              <a:gd name="connsiteX3" fmla="*/ 5776495 w 6230568"/>
              <a:gd name="connsiteY3" fmla="*/ 112905 h 4239440"/>
              <a:gd name="connsiteX4" fmla="*/ 5862918 w 6230568"/>
              <a:gd name="connsiteY4" fmla="*/ 141585 h 4239440"/>
              <a:gd name="connsiteX5" fmla="*/ 5840738 w 6230568"/>
              <a:gd name="connsiteY5" fmla="*/ 200475 h 4239440"/>
              <a:gd name="connsiteX6" fmla="*/ 5691219 w 6230568"/>
              <a:gd name="connsiteY6" fmla="*/ 216153 h 4239440"/>
              <a:gd name="connsiteX7" fmla="*/ 5773053 w 6230568"/>
              <a:gd name="connsiteY7" fmla="*/ 260130 h 4239440"/>
              <a:gd name="connsiteX8" fmla="*/ 5593324 w 6230568"/>
              <a:gd name="connsiteY8" fmla="*/ 293781 h 4239440"/>
              <a:gd name="connsiteX9" fmla="*/ 5617033 w 6230568"/>
              <a:gd name="connsiteY9" fmla="*/ 317108 h 4239440"/>
              <a:gd name="connsiteX10" fmla="*/ 5641124 w 6230568"/>
              <a:gd name="connsiteY10" fmla="*/ 339287 h 4239440"/>
              <a:gd name="connsiteX11" fmla="*/ 5299256 w 6230568"/>
              <a:gd name="connsiteY11" fmla="*/ 396265 h 4239440"/>
              <a:gd name="connsiteX12" fmla="*/ 5703073 w 6230568"/>
              <a:gd name="connsiteY12" fmla="*/ 500661 h 4239440"/>
              <a:gd name="connsiteX13" fmla="*/ 5629652 w 6230568"/>
              <a:gd name="connsiteY13" fmla="*/ 556874 h 4239440"/>
              <a:gd name="connsiteX14" fmla="*/ 5862918 w 6230568"/>
              <a:gd name="connsiteY14" fmla="*/ 645591 h 4239440"/>
              <a:gd name="connsiteX15" fmla="*/ 6052207 w 6230568"/>
              <a:gd name="connsiteY15" fmla="*/ 756106 h 4239440"/>
              <a:gd name="connsiteX16" fmla="*/ 6158515 w 6230568"/>
              <a:gd name="connsiteY16" fmla="*/ 901419 h 4239440"/>
              <a:gd name="connsiteX17" fmla="*/ 6195990 w 6230568"/>
              <a:gd name="connsiteY17" fmla="*/ 966427 h 4239440"/>
              <a:gd name="connsiteX18" fmla="*/ 6229642 w 6230568"/>
              <a:gd name="connsiteY18" fmla="*/ 1034878 h 4239440"/>
              <a:gd name="connsiteX19" fmla="*/ 6171516 w 6230568"/>
              <a:gd name="connsiteY19" fmla="*/ 1102946 h 4239440"/>
              <a:gd name="connsiteX20" fmla="*/ 6133659 w 6230568"/>
              <a:gd name="connsiteY20" fmla="*/ 1185545 h 4239440"/>
              <a:gd name="connsiteX21" fmla="*/ 6168458 w 6230568"/>
              <a:gd name="connsiteY21" fmla="*/ 1234110 h 4239440"/>
              <a:gd name="connsiteX22" fmla="*/ 6169222 w 6230568"/>
              <a:gd name="connsiteY22" fmla="*/ 1342712 h 4239440"/>
              <a:gd name="connsiteX23" fmla="*/ 6145131 w 6230568"/>
              <a:gd name="connsiteY23" fmla="*/ 1393954 h 4239440"/>
              <a:gd name="connsiteX24" fmla="*/ 6071709 w 6230568"/>
              <a:gd name="connsiteY24" fmla="*/ 1505233 h 4239440"/>
              <a:gd name="connsiteX25" fmla="*/ 6009378 w 6230568"/>
              <a:gd name="connsiteY25" fmla="*/ 1530089 h 4239440"/>
              <a:gd name="connsiteX26" fmla="*/ 6015879 w 6230568"/>
              <a:gd name="connsiteY26" fmla="*/ 1979030 h 4239440"/>
              <a:gd name="connsiteX27" fmla="*/ 6061385 w 6230568"/>
              <a:gd name="connsiteY27" fmla="*/ 2196234 h 4239440"/>
              <a:gd name="connsiteX28" fmla="*/ 6029263 w 6230568"/>
              <a:gd name="connsiteY28" fmla="*/ 2440972 h 4239440"/>
              <a:gd name="connsiteX29" fmla="*/ 6135571 w 6230568"/>
              <a:gd name="connsiteY29" fmla="*/ 2621848 h 4239440"/>
              <a:gd name="connsiteX30" fmla="*/ 6091594 w 6230568"/>
              <a:gd name="connsiteY30" fmla="*/ 2691446 h 4239440"/>
              <a:gd name="connsiteX31" fmla="*/ 6215493 w 6230568"/>
              <a:gd name="connsiteY31" fmla="*/ 2769456 h 4239440"/>
              <a:gd name="connsiteX32" fmla="*/ 6100389 w 6230568"/>
              <a:gd name="connsiteY32" fmla="*/ 2880352 h 4239440"/>
              <a:gd name="connsiteX33" fmla="*/ 5909953 w 6230568"/>
              <a:gd name="connsiteY33" fmla="*/ 3053963 h 4239440"/>
              <a:gd name="connsiteX34" fmla="*/ 5741696 w 6230568"/>
              <a:gd name="connsiteY34" fmla="*/ 3798118 h 4239440"/>
              <a:gd name="connsiteX35" fmla="*/ 5493899 w 6230568"/>
              <a:gd name="connsiteY35" fmla="*/ 4026795 h 4239440"/>
              <a:gd name="connsiteX36" fmla="*/ 3773471 w 6230568"/>
              <a:gd name="connsiteY36" fmla="*/ 4239028 h 4239440"/>
              <a:gd name="connsiteX37" fmla="*/ 2569285 w 6230568"/>
              <a:gd name="connsiteY37" fmla="*/ 4103275 h 4239440"/>
              <a:gd name="connsiteX38" fmla="*/ 2693948 w 6230568"/>
              <a:gd name="connsiteY38" fmla="*/ 4061593 h 4239440"/>
              <a:gd name="connsiteX39" fmla="*/ 2588788 w 6230568"/>
              <a:gd name="connsiteY39" fmla="*/ 4062358 h 4239440"/>
              <a:gd name="connsiteX40" fmla="*/ 2300073 w 6230568"/>
              <a:gd name="connsiteY40" fmla="*/ 4008822 h 4239440"/>
              <a:gd name="connsiteX41" fmla="*/ 1508500 w 6230568"/>
              <a:gd name="connsiteY41" fmla="*/ 3798118 h 4239440"/>
              <a:gd name="connsiteX42" fmla="*/ 1061089 w 6230568"/>
              <a:gd name="connsiteY42" fmla="*/ 3697546 h 4239440"/>
              <a:gd name="connsiteX43" fmla="*/ 939102 w 6230568"/>
              <a:gd name="connsiteY43" fmla="*/ 3648216 h 4239440"/>
              <a:gd name="connsiteX44" fmla="*/ 1243495 w 6230568"/>
              <a:gd name="connsiteY44" fmla="*/ 3624890 h 4239440"/>
              <a:gd name="connsiteX45" fmla="*/ 1083651 w 6230568"/>
              <a:gd name="connsiteY45" fmla="*/ 3595827 h 4239440"/>
              <a:gd name="connsiteX46" fmla="*/ 966636 w 6230568"/>
              <a:gd name="connsiteY46" fmla="*/ 3605770 h 4239440"/>
              <a:gd name="connsiteX47" fmla="*/ 885566 w 6230568"/>
              <a:gd name="connsiteY47" fmla="*/ 3609976 h 4239440"/>
              <a:gd name="connsiteX48" fmla="*/ 641976 w 6230568"/>
              <a:gd name="connsiteY48" fmla="*/ 3567912 h 4239440"/>
              <a:gd name="connsiteX49" fmla="*/ 399533 w 6230568"/>
              <a:gd name="connsiteY49" fmla="*/ 3583590 h 4239440"/>
              <a:gd name="connsiteX50" fmla="*/ 409093 w 6230568"/>
              <a:gd name="connsiteY50" fmla="*/ 3548792 h 4239440"/>
              <a:gd name="connsiteX51" fmla="*/ 792642 w 6230568"/>
              <a:gd name="connsiteY51" fmla="*/ 3417628 h 4239440"/>
              <a:gd name="connsiteX52" fmla="*/ 771610 w 6230568"/>
              <a:gd name="connsiteY52" fmla="*/ 3345736 h 4239440"/>
              <a:gd name="connsiteX53" fmla="*/ 945986 w 6230568"/>
              <a:gd name="connsiteY53" fmla="*/ 3317056 h 4239440"/>
              <a:gd name="connsiteX54" fmla="*/ 892449 w 6230568"/>
              <a:gd name="connsiteY54" fmla="*/ 3285316 h 4239440"/>
              <a:gd name="connsiteX55" fmla="*/ 949045 w 6230568"/>
              <a:gd name="connsiteY55" fmla="*/ 3262755 h 4239440"/>
              <a:gd name="connsiteX56" fmla="*/ 1252673 w 6230568"/>
              <a:gd name="connsiteY56" fmla="*/ 3200041 h 4239440"/>
              <a:gd name="connsiteX57" fmla="*/ 388825 w 6230568"/>
              <a:gd name="connsiteY57" fmla="*/ 3176714 h 4239440"/>
              <a:gd name="connsiteX58" fmla="*/ 127644 w 6230568"/>
              <a:gd name="connsiteY58" fmla="*/ 3111323 h 4239440"/>
              <a:gd name="connsiteX59" fmla="*/ 437008 w 6230568"/>
              <a:gd name="connsiteY59" fmla="*/ 2921652 h 4239440"/>
              <a:gd name="connsiteX60" fmla="*/ 601441 w 6230568"/>
              <a:gd name="connsiteY60" fmla="*/ 2840965 h 4239440"/>
              <a:gd name="connsiteX61" fmla="*/ 330700 w 6230568"/>
              <a:gd name="connsiteY61" fmla="*/ 2859320 h 4239440"/>
              <a:gd name="connsiteX62" fmla="*/ 534521 w 6230568"/>
              <a:gd name="connsiteY62" fmla="*/ 2720126 h 4239440"/>
              <a:gd name="connsiteX63" fmla="*/ 492839 w 6230568"/>
              <a:gd name="connsiteY63" fmla="*/ 2694505 h 4239440"/>
              <a:gd name="connsiteX64" fmla="*/ 416358 w 6230568"/>
              <a:gd name="connsiteY64" fmla="*/ 2677297 h 4239440"/>
              <a:gd name="connsiteX65" fmla="*/ 761285 w 6230568"/>
              <a:gd name="connsiteY65" fmla="*/ 2589726 h 4239440"/>
              <a:gd name="connsiteX66" fmla="*/ 664920 w 6230568"/>
              <a:gd name="connsiteY66" fmla="*/ 2466593 h 4239440"/>
              <a:gd name="connsiteX67" fmla="*/ 740253 w 6230568"/>
              <a:gd name="connsiteY67" fmla="*/ 2438677 h 4239440"/>
              <a:gd name="connsiteX68" fmla="*/ 650006 w 6230568"/>
              <a:gd name="connsiteY68" fmla="*/ 2435236 h 4239440"/>
              <a:gd name="connsiteX69" fmla="*/ 578879 w 6230568"/>
              <a:gd name="connsiteY69" fmla="*/ 2435618 h 4239440"/>
              <a:gd name="connsiteX70" fmla="*/ 451157 w 6230568"/>
              <a:gd name="connsiteY70" fmla="*/ 2404644 h 4239440"/>
              <a:gd name="connsiteX71" fmla="*/ 2216 w 6230568"/>
              <a:gd name="connsiteY71" fmla="*/ 2456650 h 4239440"/>
              <a:gd name="connsiteX72" fmla="*/ 97052 w 6230568"/>
              <a:gd name="connsiteY72" fmla="*/ 2383611 h 4239440"/>
              <a:gd name="connsiteX73" fmla="*/ 210626 w 6230568"/>
              <a:gd name="connsiteY73" fmla="*/ 2341930 h 4239440"/>
              <a:gd name="connsiteX74" fmla="*/ 57282 w 6230568"/>
              <a:gd name="connsiteY74" fmla="*/ 2319750 h 4239440"/>
              <a:gd name="connsiteX75" fmla="*/ 365499 w 6230568"/>
              <a:gd name="connsiteY75" fmla="*/ 2250153 h 4239440"/>
              <a:gd name="connsiteX76" fmla="*/ 290548 w 6230568"/>
              <a:gd name="connsiteY76" fmla="*/ 2187821 h 4239440"/>
              <a:gd name="connsiteX77" fmla="*/ 482896 w 6230568"/>
              <a:gd name="connsiteY77" fmla="*/ 1906755 h 4239440"/>
              <a:gd name="connsiteX78" fmla="*/ 867211 w 6230568"/>
              <a:gd name="connsiteY78" fmla="*/ 1747294 h 4239440"/>
              <a:gd name="connsiteX79" fmla="*/ 1063766 w 6230568"/>
              <a:gd name="connsiteY79" fmla="*/ 1734674 h 4239440"/>
              <a:gd name="connsiteX80" fmla="*/ 1008701 w 6230568"/>
              <a:gd name="connsiteY80" fmla="*/ 1683432 h 4239440"/>
              <a:gd name="connsiteX81" fmla="*/ 1152865 w 6230568"/>
              <a:gd name="connsiteY81" fmla="*/ 1394719 h 4239440"/>
              <a:gd name="connsiteX82" fmla="*/ 998376 w 6230568"/>
              <a:gd name="connsiteY82" fmla="*/ 1411927 h 4239440"/>
              <a:gd name="connsiteX83" fmla="*/ 206419 w 6230568"/>
              <a:gd name="connsiteY83" fmla="*/ 1424164 h 4239440"/>
              <a:gd name="connsiteX84" fmla="*/ 128027 w 6230568"/>
              <a:gd name="connsiteY84" fmla="*/ 1413074 h 4239440"/>
              <a:gd name="connsiteX85" fmla="*/ 672950 w 6230568"/>
              <a:gd name="connsiteY85" fmla="*/ 1268143 h 4239440"/>
              <a:gd name="connsiteX86" fmla="*/ 457658 w 6230568"/>
              <a:gd name="connsiteY86" fmla="*/ 1229138 h 4239440"/>
              <a:gd name="connsiteX87" fmla="*/ 407945 w 6230568"/>
              <a:gd name="connsiteY87" fmla="*/ 1213459 h 4239440"/>
              <a:gd name="connsiteX88" fmla="*/ 453451 w 6230568"/>
              <a:gd name="connsiteY88" fmla="*/ 1172924 h 4239440"/>
              <a:gd name="connsiteX89" fmla="*/ 568172 w 6230568"/>
              <a:gd name="connsiteY89" fmla="*/ 1132007 h 4239440"/>
              <a:gd name="connsiteX90" fmla="*/ 255367 w 6230568"/>
              <a:gd name="connsiteY90" fmla="*/ 1190898 h 4239440"/>
              <a:gd name="connsiteX91" fmla="*/ 277546 w 6230568"/>
              <a:gd name="connsiteY91" fmla="*/ 1128567 h 4239440"/>
              <a:gd name="connsiteX92" fmla="*/ 246572 w 6230568"/>
              <a:gd name="connsiteY92" fmla="*/ 1072353 h 4239440"/>
              <a:gd name="connsiteX93" fmla="*/ 422859 w 6230568"/>
              <a:gd name="connsiteY93" fmla="*/ 1000078 h 4239440"/>
              <a:gd name="connsiteX94" fmla="*/ 668362 w 6230568"/>
              <a:gd name="connsiteY94" fmla="*/ 858972 h 4239440"/>
              <a:gd name="connsiteX95" fmla="*/ 914629 w 6230568"/>
              <a:gd name="connsiteY95" fmla="*/ 768725 h 4239440"/>
              <a:gd name="connsiteX96" fmla="*/ 1117684 w 6230568"/>
              <a:gd name="connsiteY96" fmla="*/ 688420 h 4239440"/>
              <a:gd name="connsiteX97" fmla="*/ 928778 w 6230568"/>
              <a:gd name="connsiteY97" fmla="*/ 701040 h 4239440"/>
              <a:gd name="connsiteX98" fmla="*/ 1243877 w 6230568"/>
              <a:gd name="connsiteY98" fmla="*/ 574464 h 4239440"/>
              <a:gd name="connsiteX99" fmla="*/ 1291678 w 6230568"/>
              <a:gd name="connsiteY99" fmla="*/ 566434 h 4239440"/>
              <a:gd name="connsiteX100" fmla="*/ 1797596 w 6230568"/>
              <a:gd name="connsiteY100" fmla="*/ 476952 h 4239440"/>
              <a:gd name="connsiteX101" fmla="*/ 1895491 w 6230568"/>
              <a:gd name="connsiteY101" fmla="*/ 432593 h 4239440"/>
              <a:gd name="connsiteX102" fmla="*/ 1782682 w 6230568"/>
              <a:gd name="connsiteY102" fmla="*/ 423033 h 4239440"/>
              <a:gd name="connsiteX103" fmla="*/ 1406781 w 6230568"/>
              <a:gd name="connsiteY103" fmla="*/ 449419 h 4239440"/>
              <a:gd name="connsiteX104" fmla="*/ 1662226 w 6230568"/>
              <a:gd name="connsiteY104" fmla="*/ 393970 h 4239440"/>
              <a:gd name="connsiteX105" fmla="*/ 1383837 w 6230568"/>
              <a:gd name="connsiteY105" fmla="*/ 376762 h 4239440"/>
              <a:gd name="connsiteX106" fmla="*/ 1318063 w 6230568"/>
              <a:gd name="connsiteY106" fmla="*/ 333168 h 4239440"/>
              <a:gd name="connsiteX107" fmla="*/ 1365099 w 6230568"/>
              <a:gd name="connsiteY107" fmla="*/ 290722 h 4239440"/>
              <a:gd name="connsiteX108" fmla="*/ 1536798 w 6230568"/>
              <a:gd name="connsiteY108" fmla="*/ 244069 h 4239440"/>
              <a:gd name="connsiteX109" fmla="*/ 1711938 w 6230568"/>
              <a:gd name="connsiteY109" fmla="*/ 175619 h 4239440"/>
              <a:gd name="connsiteX110" fmla="*/ 2273687 w 6230568"/>
              <a:gd name="connsiteY110" fmla="*/ 78488 h 4239440"/>
              <a:gd name="connsiteX111" fmla="*/ 2646913 w 6230568"/>
              <a:gd name="connsiteY111" fmla="*/ 46749 h 4239440"/>
              <a:gd name="connsiteX112" fmla="*/ 3362388 w 6230568"/>
              <a:gd name="connsiteY112" fmla="*/ 861 h 423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230568" h="4239440">
                <a:moveTo>
                  <a:pt x="3362388" y="861"/>
                </a:moveTo>
                <a:cubicBezTo>
                  <a:pt x="3584946" y="-3346"/>
                  <a:pt x="3805210" y="8891"/>
                  <a:pt x="4026621" y="15392"/>
                </a:cubicBezTo>
                <a:cubicBezTo>
                  <a:pt x="4388374" y="26482"/>
                  <a:pt x="4752039" y="26099"/>
                  <a:pt x="5114556" y="34130"/>
                </a:cubicBezTo>
                <a:cubicBezTo>
                  <a:pt x="5340556" y="39101"/>
                  <a:pt x="5563879" y="57074"/>
                  <a:pt x="5776495" y="112905"/>
                </a:cubicBezTo>
                <a:cubicBezTo>
                  <a:pt x="5806322" y="120935"/>
                  <a:pt x="5839973" y="122465"/>
                  <a:pt x="5862918" y="141585"/>
                </a:cubicBezTo>
                <a:cubicBezTo>
                  <a:pt x="5888539" y="162999"/>
                  <a:pt x="5878214" y="194356"/>
                  <a:pt x="5840738" y="200475"/>
                </a:cubicBezTo>
                <a:cubicBezTo>
                  <a:pt x="5792938" y="208505"/>
                  <a:pt x="5743991" y="210800"/>
                  <a:pt x="5691219" y="216153"/>
                </a:cubicBezTo>
                <a:cubicBezTo>
                  <a:pt x="5711486" y="245598"/>
                  <a:pt x="5760434" y="223419"/>
                  <a:pt x="5773053" y="260130"/>
                </a:cubicBezTo>
                <a:cubicBezTo>
                  <a:pt x="5716458" y="285368"/>
                  <a:pt x="5648008" y="268925"/>
                  <a:pt x="5593324" y="293781"/>
                </a:cubicBezTo>
                <a:cubicBezTo>
                  <a:pt x="5594854" y="310989"/>
                  <a:pt x="5607090" y="312519"/>
                  <a:pt x="5617033" y="317108"/>
                </a:cubicBezTo>
                <a:cubicBezTo>
                  <a:pt x="5626976" y="321314"/>
                  <a:pt x="5651831" y="315196"/>
                  <a:pt x="5641124" y="339287"/>
                </a:cubicBezTo>
                <a:cubicBezTo>
                  <a:pt x="5527551" y="353818"/>
                  <a:pt x="5418949" y="403148"/>
                  <a:pt x="5299256" y="396265"/>
                </a:cubicBezTo>
                <a:cubicBezTo>
                  <a:pt x="5447247" y="409649"/>
                  <a:pt x="5572292" y="464333"/>
                  <a:pt x="5703073" y="500661"/>
                </a:cubicBezTo>
                <a:cubicBezTo>
                  <a:pt x="5697720" y="543490"/>
                  <a:pt x="5644949" y="526282"/>
                  <a:pt x="5629652" y="556874"/>
                </a:cubicBezTo>
                <a:cubicBezTo>
                  <a:pt x="5713398" y="578288"/>
                  <a:pt x="5793703" y="603527"/>
                  <a:pt x="5862918" y="645591"/>
                </a:cubicBezTo>
                <a:cubicBezTo>
                  <a:pt x="5925250" y="683449"/>
                  <a:pt x="5984521" y="725131"/>
                  <a:pt x="6052207" y="756106"/>
                </a:cubicBezTo>
                <a:cubicBezTo>
                  <a:pt x="6123334" y="788611"/>
                  <a:pt x="6166545" y="830293"/>
                  <a:pt x="6158515" y="901419"/>
                </a:cubicBezTo>
                <a:cubicBezTo>
                  <a:pt x="6155073" y="930482"/>
                  <a:pt x="6164251" y="954955"/>
                  <a:pt x="6195990" y="966427"/>
                </a:cubicBezTo>
                <a:cubicBezTo>
                  <a:pt x="6235378" y="980576"/>
                  <a:pt x="6231172" y="1001990"/>
                  <a:pt x="6229642" y="1034878"/>
                </a:cubicBezTo>
                <a:cubicBezTo>
                  <a:pt x="6227347" y="1074265"/>
                  <a:pt x="6207080" y="1089562"/>
                  <a:pt x="6171516" y="1102946"/>
                </a:cubicBezTo>
                <a:cubicBezTo>
                  <a:pt x="6120657" y="1121682"/>
                  <a:pt x="6120274" y="1150745"/>
                  <a:pt x="6133659" y="1185545"/>
                </a:cubicBezTo>
                <a:cubicBezTo>
                  <a:pt x="6140925" y="1204664"/>
                  <a:pt x="6152014" y="1219961"/>
                  <a:pt x="6168458" y="1234110"/>
                </a:cubicBezTo>
                <a:cubicBezTo>
                  <a:pt x="6225435" y="1283439"/>
                  <a:pt x="6225053" y="1284204"/>
                  <a:pt x="6169222" y="1342712"/>
                </a:cubicBezTo>
                <a:cubicBezTo>
                  <a:pt x="6154308" y="1358390"/>
                  <a:pt x="6138247" y="1368715"/>
                  <a:pt x="6145131" y="1393954"/>
                </a:cubicBezTo>
                <a:cubicBezTo>
                  <a:pt x="6168458" y="1477700"/>
                  <a:pt x="6165398" y="1477700"/>
                  <a:pt x="6071709" y="1505233"/>
                </a:cubicBezTo>
                <a:cubicBezTo>
                  <a:pt x="6050295" y="1511734"/>
                  <a:pt x="6021615" y="1505998"/>
                  <a:pt x="6009378" y="1530089"/>
                </a:cubicBezTo>
                <a:cubicBezTo>
                  <a:pt x="6017026" y="1547680"/>
                  <a:pt x="5999053" y="1972146"/>
                  <a:pt x="6015879" y="1979030"/>
                </a:cubicBezTo>
                <a:cubicBezTo>
                  <a:pt x="6147425" y="2032948"/>
                  <a:pt x="6163868" y="2096427"/>
                  <a:pt x="6061385" y="2196234"/>
                </a:cubicBezTo>
                <a:cubicBezTo>
                  <a:pt x="5992552" y="2263155"/>
                  <a:pt x="6000582" y="2372522"/>
                  <a:pt x="6029263" y="2440972"/>
                </a:cubicBezTo>
                <a:cubicBezTo>
                  <a:pt x="6137482" y="2471182"/>
                  <a:pt x="6113774" y="2551486"/>
                  <a:pt x="6135571" y="2621848"/>
                </a:cubicBezTo>
                <a:cubicBezTo>
                  <a:pt x="6151632" y="2674620"/>
                  <a:pt x="6088535" y="2667354"/>
                  <a:pt x="6091594" y="2691446"/>
                </a:cubicBezTo>
                <a:cubicBezTo>
                  <a:pt x="6131364" y="2720508"/>
                  <a:pt x="6184518" y="2729686"/>
                  <a:pt x="6215493" y="2769456"/>
                </a:cubicBezTo>
                <a:cubicBezTo>
                  <a:pt x="6159662" y="2798518"/>
                  <a:pt x="6131364" y="2839435"/>
                  <a:pt x="6100389" y="2880352"/>
                </a:cubicBezTo>
                <a:cubicBezTo>
                  <a:pt x="6050295" y="2946890"/>
                  <a:pt x="5982227" y="3003103"/>
                  <a:pt x="5909953" y="3053963"/>
                </a:cubicBezTo>
                <a:cubicBezTo>
                  <a:pt x="5873243" y="3408068"/>
                  <a:pt x="5754698" y="3779763"/>
                  <a:pt x="5741696" y="3798118"/>
                </a:cubicBezTo>
                <a:cubicBezTo>
                  <a:pt x="5688160" y="3792764"/>
                  <a:pt x="5584146" y="4006910"/>
                  <a:pt x="5493899" y="4026795"/>
                </a:cubicBezTo>
                <a:cubicBezTo>
                  <a:pt x="5399063" y="4048592"/>
                  <a:pt x="3988763" y="4249736"/>
                  <a:pt x="3773471" y="4239028"/>
                </a:cubicBezTo>
                <a:cubicBezTo>
                  <a:pt x="2603319" y="4182050"/>
                  <a:pt x="2569285" y="4103275"/>
                  <a:pt x="2569285" y="4103275"/>
                </a:cubicBezTo>
                <a:cubicBezTo>
                  <a:pt x="2569285" y="4103275"/>
                  <a:pt x="2635823" y="4083773"/>
                  <a:pt x="2693948" y="4061593"/>
                </a:cubicBezTo>
                <a:cubicBezTo>
                  <a:pt x="2658767" y="4062741"/>
                  <a:pt x="2623587" y="4063505"/>
                  <a:pt x="2588788" y="4062358"/>
                </a:cubicBezTo>
                <a:cubicBezTo>
                  <a:pt x="2319193" y="4054328"/>
                  <a:pt x="2565461" y="4039414"/>
                  <a:pt x="2300073" y="4008822"/>
                </a:cubicBezTo>
                <a:cubicBezTo>
                  <a:pt x="1852280" y="3957198"/>
                  <a:pt x="1919582" y="3943813"/>
                  <a:pt x="1508500" y="3798118"/>
                </a:cubicBezTo>
                <a:cubicBezTo>
                  <a:pt x="1472171" y="3785116"/>
                  <a:pt x="1217109" y="3706342"/>
                  <a:pt x="1061089" y="3697546"/>
                </a:cubicBezTo>
                <a:cubicBezTo>
                  <a:pt x="1019790" y="3695252"/>
                  <a:pt x="974667" y="3696017"/>
                  <a:pt x="939102" y="3648216"/>
                </a:cubicBezTo>
                <a:cubicBezTo>
                  <a:pt x="1048088" y="3649746"/>
                  <a:pt x="1141776" y="3649746"/>
                  <a:pt x="1243495" y="3624890"/>
                </a:cubicBezTo>
                <a:cubicBezTo>
                  <a:pt x="1189194" y="3590473"/>
                  <a:pt x="1126862" y="3619919"/>
                  <a:pt x="1083651" y="3595827"/>
                </a:cubicBezTo>
                <a:cubicBezTo>
                  <a:pt x="1043116" y="3573648"/>
                  <a:pt x="1007935" y="3570589"/>
                  <a:pt x="966636" y="3605770"/>
                </a:cubicBezTo>
                <a:cubicBezTo>
                  <a:pt x="945221" y="3624125"/>
                  <a:pt x="907363" y="3620683"/>
                  <a:pt x="885566" y="3609976"/>
                </a:cubicBezTo>
                <a:cubicBezTo>
                  <a:pt x="768933" y="3552233"/>
                  <a:pt x="771610" y="3552998"/>
                  <a:pt x="641976" y="3567912"/>
                </a:cubicBezTo>
                <a:cubicBezTo>
                  <a:pt x="559377" y="3577089"/>
                  <a:pt x="475248" y="3593533"/>
                  <a:pt x="399533" y="3583590"/>
                </a:cubicBezTo>
                <a:cubicBezTo>
                  <a:pt x="389973" y="3561793"/>
                  <a:pt x="398385" y="3551851"/>
                  <a:pt x="409093" y="3548792"/>
                </a:cubicBezTo>
                <a:cubicBezTo>
                  <a:pt x="583468" y="3501374"/>
                  <a:pt x="615972" y="3447073"/>
                  <a:pt x="792642" y="3417628"/>
                </a:cubicBezTo>
                <a:cubicBezTo>
                  <a:pt x="805644" y="3384359"/>
                  <a:pt x="741400" y="3378622"/>
                  <a:pt x="771610" y="3345736"/>
                </a:cubicBezTo>
                <a:cubicBezTo>
                  <a:pt x="826676" y="3320115"/>
                  <a:pt x="891302" y="3350325"/>
                  <a:pt x="945986" y="3317056"/>
                </a:cubicBezTo>
                <a:cubicBezTo>
                  <a:pt x="936426" y="3293347"/>
                  <a:pt x="890537" y="3310555"/>
                  <a:pt x="892449" y="3285316"/>
                </a:cubicBezTo>
                <a:cubicBezTo>
                  <a:pt x="894744" y="3256254"/>
                  <a:pt x="926866" y="3260843"/>
                  <a:pt x="949045" y="3262755"/>
                </a:cubicBezTo>
                <a:cubicBezTo>
                  <a:pt x="1056500" y="3272697"/>
                  <a:pt x="1149806" y="3218396"/>
                  <a:pt x="1252673" y="3200041"/>
                </a:cubicBezTo>
                <a:cubicBezTo>
                  <a:pt x="1142923" y="3154152"/>
                  <a:pt x="503164" y="3190863"/>
                  <a:pt x="388825" y="3176714"/>
                </a:cubicBezTo>
                <a:cubicBezTo>
                  <a:pt x="269133" y="3162183"/>
                  <a:pt x="78697" y="3123560"/>
                  <a:pt x="127644" y="3111323"/>
                </a:cubicBezTo>
                <a:cubicBezTo>
                  <a:pt x="183093" y="3097175"/>
                  <a:pt x="380795" y="2929300"/>
                  <a:pt x="437008" y="2921652"/>
                </a:cubicBezTo>
                <a:cubicBezTo>
                  <a:pt x="502399" y="2912857"/>
                  <a:pt x="515401" y="2901002"/>
                  <a:pt x="601441" y="2840965"/>
                </a:cubicBezTo>
                <a:cubicBezTo>
                  <a:pt x="658037" y="2801577"/>
                  <a:pt x="422477" y="2887235"/>
                  <a:pt x="330700" y="2859320"/>
                </a:cubicBezTo>
                <a:cubicBezTo>
                  <a:pt x="297049" y="2848995"/>
                  <a:pt x="534521" y="2740010"/>
                  <a:pt x="534521" y="2720126"/>
                </a:cubicBezTo>
                <a:cubicBezTo>
                  <a:pt x="534521" y="2699093"/>
                  <a:pt x="513106" y="2694505"/>
                  <a:pt x="492839" y="2694505"/>
                </a:cubicBezTo>
                <a:cubicBezTo>
                  <a:pt x="447715" y="2694505"/>
                  <a:pt x="461482" y="2676149"/>
                  <a:pt x="416358" y="2677297"/>
                </a:cubicBezTo>
                <a:cubicBezTo>
                  <a:pt x="548670" y="2624143"/>
                  <a:pt x="630504" y="2638292"/>
                  <a:pt x="761285" y="2589726"/>
                </a:cubicBezTo>
                <a:cubicBezTo>
                  <a:pt x="825147" y="2566017"/>
                  <a:pt x="599147" y="2487242"/>
                  <a:pt x="664920" y="2466593"/>
                </a:cubicBezTo>
                <a:cubicBezTo>
                  <a:pt x="689776" y="2458562"/>
                  <a:pt x="723045" y="2466975"/>
                  <a:pt x="740253" y="2438677"/>
                </a:cubicBezTo>
                <a:cubicBezTo>
                  <a:pt x="713103" y="2416116"/>
                  <a:pt x="677157" y="2426058"/>
                  <a:pt x="650006" y="2435236"/>
                </a:cubicBezTo>
                <a:cubicBezTo>
                  <a:pt x="580791" y="2458945"/>
                  <a:pt x="585763" y="2453209"/>
                  <a:pt x="578879" y="2435618"/>
                </a:cubicBezTo>
                <a:cubicBezTo>
                  <a:pt x="556318" y="2375581"/>
                  <a:pt x="500487" y="2394701"/>
                  <a:pt x="451157" y="2404644"/>
                </a:cubicBezTo>
                <a:cubicBezTo>
                  <a:pt x="302020" y="2434471"/>
                  <a:pt x="150971" y="2426058"/>
                  <a:pt x="2216" y="2456650"/>
                </a:cubicBezTo>
                <a:cubicBezTo>
                  <a:pt x="-13844" y="2460092"/>
                  <a:pt x="61489" y="2391642"/>
                  <a:pt x="97052" y="2383611"/>
                </a:cubicBezTo>
                <a:cubicBezTo>
                  <a:pt x="135675" y="2375199"/>
                  <a:pt x="183093" y="2381317"/>
                  <a:pt x="210626" y="2341930"/>
                </a:cubicBezTo>
                <a:cubicBezTo>
                  <a:pt x="161678" y="2331987"/>
                  <a:pt x="105848" y="2351107"/>
                  <a:pt x="57282" y="2319750"/>
                </a:cubicBezTo>
                <a:cubicBezTo>
                  <a:pt x="165120" y="2276539"/>
                  <a:pt x="272575" y="2278068"/>
                  <a:pt x="365499" y="2250153"/>
                </a:cubicBezTo>
                <a:cubicBezTo>
                  <a:pt x="373912" y="2198529"/>
                  <a:pt x="312727" y="2217266"/>
                  <a:pt x="290548" y="2187821"/>
                </a:cubicBezTo>
                <a:cubicBezTo>
                  <a:pt x="990345" y="2137344"/>
                  <a:pt x="599529" y="1988207"/>
                  <a:pt x="482896" y="1906755"/>
                </a:cubicBezTo>
                <a:cubicBezTo>
                  <a:pt x="443891" y="1879605"/>
                  <a:pt x="853827" y="1750735"/>
                  <a:pt x="867211" y="1747294"/>
                </a:cubicBezTo>
                <a:cubicBezTo>
                  <a:pt x="901245" y="1739263"/>
                  <a:pt x="1036233" y="1744999"/>
                  <a:pt x="1063766" y="1734674"/>
                </a:cubicBezTo>
                <a:cubicBezTo>
                  <a:pt x="1098947" y="1721673"/>
                  <a:pt x="982696" y="1699111"/>
                  <a:pt x="1008701" y="1683432"/>
                </a:cubicBezTo>
                <a:cubicBezTo>
                  <a:pt x="1191107" y="1572918"/>
                  <a:pt x="1204107" y="1406573"/>
                  <a:pt x="1152865" y="1394719"/>
                </a:cubicBezTo>
                <a:cubicBezTo>
                  <a:pt x="1099712" y="1382482"/>
                  <a:pt x="1047706" y="1392042"/>
                  <a:pt x="998376" y="1411927"/>
                </a:cubicBezTo>
                <a:cubicBezTo>
                  <a:pt x="918070" y="1444431"/>
                  <a:pt x="362057" y="1398160"/>
                  <a:pt x="206419" y="1424164"/>
                </a:cubicBezTo>
                <a:cubicBezTo>
                  <a:pt x="182710" y="1427988"/>
                  <a:pt x="150589" y="1445196"/>
                  <a:pt x="128027" y="1413074"/>
                </a:cubicBezTo>
                <a:cubicBezTo>
                  <a:pt x="288254" y="1309060"/>
                  <a:pt x="493986" y="1338888"/>
                  <a:pt x="672950" y="1268143"/>
                </a:cubicBezTo>
                <a:cubicBezTo>
                  <a:pt x="602588" y="1219578"/>
                  <a:pt x="531079" y="1221873"/>
                  <a:pt x="457658" y="1229138"/>
                </a:cubicBezTo>
                <a:cubicBezTo>
                  <a:pt x="438538" y="1231050"/>
                  <a:pt x="412534" y="1233727"/>
                  <a:pt x="407945" y="1213459"/>
                </a:cubicBezTo>
                <a:cubicBezTo>
                  <a:pt x="402209" y="1187838"/>
                  <a:pt x="433184" y="1183250"/>
                  <a:pt x="453451" y="1172924"/>
                </a:cubicBezTo>
                <a:cubicBezTo>
                  <a:pt x="484426" y="1156863"/>
                  <a:pt x="530314" y="1175984"/>
                  <a:pt x="568172" y="1132007"/>
                </a:cubicBezTo>
                <a:cubicBezTo>
                  <a:pt x="453451" y="1142333"/>
                  <a:pt x="356704" y="1160305"/>
                  <a:pt x="255367" y="1190898"/>
                </a:cubicBezTo>
                <a:cubicBezTo>
                  <a:pt x="264162" y="1163747"/>
                  <a:pt x="294754" y="1151128"/>
                  <a:pt x="277546" y="1128567"/>
                </a:cubicBezTo>
                <a:cubicBezTo>
                  <a:pt x="264545" y="1111740"/>
                  <a:pt x="227452" y="1103709"/>
                  <a:pt x="246572" y="1072353"/>
                </a:cubicBezTo>
                <a:cubicBezTo>
                  <a:pt x="300490" y="1039083"/>
                  <a:pt x="376971" y="1047879"/>
                  <a:pt x="422859" y="1000078"/>
                </a:cubicBezTo>
                <a:cubicBezTo>
                  <a:pt x="487868" y="932012"/>
                  <a:pt x="588822" y="908684"/>
                  <a:pt x="668362" y="858972"/>
                </a:cubicBezTo>
                <a:cubicBezTo>
                  <a:pt x="694747" y="842911"/>
                  <a:pt x="867976" y="786699"/>
                  <a:pt x="914629" y="768725"/>
                </a:cubicBezTo>
                <a:cubicBezTo>
                  <a:pt x="979637" y="743486"/>
                  <a:pt x="1053823" y="734691"/>
                  <a:pt x="1117684" y="688420"/>
                </a:cubicBezTo>
                <a:cubicBezTo>
                  <a:pt x="1054970" y="678860"/>
                  <a:pt x="1004112" y="722072"/>
                  <a:pt x="928778" y="701040"/>
                </a:cubicBezTo>
                <a:cubicBezTo>
                  <a:pt x="1048088" y="656299"/>
                  <a:pt x="1157454" y="636031"/>
                  <a:pt x="1243877" y="574464"/>
                </a:cubicBezTo>
                <a:cubicBezTo>
                  <a:pt x="1254585" y="566816"/>
                  <a:pt x="1275617" y="569111"/>
                  <a:pt x="1291678" y="566434"/>
                </a:cubicBezTo>
                <a:cubicBezTo>
                  <a:pt x="1460699" y="539283"/>
                  <a:pt x="1630486" y="516339"/>
                  <a:pt x="1797596" y="476952"/>
                </a:cubicBezTo>
                <a:cubicBezTo>
                  <a:pt x="1835454" y="467774"/>
                  <a:pt x="1902374" y="465480"/>
                  <a:pt x="1895491" y="432593"/>
                </a:cubicBezTo>
                <a:cubicBezTo>
                  <a:pt x="1885166" y="383263"/>
                  <a:pt x="1822835" y="418444"/>
                  <a:pt x="1782682" y="423033"/>
                </a:cubicBezTo>
                <a:cubicBezTo>
                  <a:pt x="1658019" y="437947"/>
                  <a:pt x="1533356" y="463950"/>
                  <a:pt x="1406781" y="449419"/>
                </a:cubicBezTo>
                <a:cubicBezTo>
                  <a:pt x="1492056" y="431064"/>
                  <a:pt x="1576950" y="412326"/>
                  <a:pt x="1662226" y="393970"/>
                </a:cubicBezTo>
                <a:cubicBezTo>
                  <a:pt x="1564330" y="400471"/>
                  <a:pt x="1479055" y="357642"/>
                  <a:pt x="1383837" y="376762"/>
                </a:cubicBezTo>
                <a:cubicBezTo>
                  <a:pt x="1353244" y="382881"/>
                  <a:pt x="1321123" y="363378"/>
                  <a:pt x="1318063" y="333168"/>
                </a:cubicBezTo>
                <a:cubicBezTo>
                  <a:pt x="1314622" y="309077"/>
                  <a:pt x="1343302" y="298370"/>
                  <a:pt x="1365099" y="290722"/>
                </a:cubicBezTo>
                <a:cubicBezTo>
                  <a:pt x="1420930" y="271219"/>
                  <a:pt x="1465288" y="213477"/>
                  <a:pt x="1536798" y="244069"/>
                </a:cubicBezTo>
                <a:cubicBezTo>
                  <a:pt x="1581921" y="195886"/>
                  <a:pt x="1653813" y="188238"/>
                  <a:pt x="1711938" y="175619"/>
                </a:cubicBezTo>
                <a:cubicBezTo>
                  <a:pt x="1897403" y="135849"/>
                  <a:pt x="2085546" y="104874"/>
                  <a:pt x="2273687" y="78488"/>
                </a:cubicBezTo>
                <a:cubicBezTo>
                  <a:pt x="2397204" y="61280"/>
                  <a:pt x="2524544" y="68546"/>
                  <a:pt x="2646913" y="46749"/>
                </a:cubicBezTo>
                <a:cubicBezTo>
                  <a:pt x="2886297" y="4302"/>
                  <a:pt x="3124151" y="5450"/>
                  <a:pt x="3362388" y="861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C3DD0E-42F6-B0A1-14F6-3B77E9C52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5427"/>
            <a:ext cx="3733800" cy="4024310"/>
          </a:xfrm>
        </p:spPr>
        <p:txBody>
          <a:bodyPr>
            <a:normAutofit/>
          </a:bodyPr>
          <a:lstStyle/>
          <a:p>
            <a:r>
              <a:rPr lang="en-US" dirty="0"/>
              <a:t>Best Practice: Alerting and Tooling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9505DAF6-6BBC-20FC-6113-41F9296BDB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1490929"/>
              </p:ext>
            </p:extLst>
          </p:nvPr>
        </p:nvGraphicFramePr>
        <p:xfrm>
          <a:off x="4702547" y="609600"/>
          <a:ext cx="6651253" cy="55673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1866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7B6045-F441-9741-1DA7-F10A3A068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r>
              <a:rPr lang="en-US" dirty="0"/>
              <a:t>Metrics for Healthy On-Call Rotations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8303F0-DA7C-48C8-241E-F51926EE3A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6567974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7843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B7468-FA2D-2EDA-8D42-D3EE2E856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2D97A-F7DA-B900-5C90-A367A2299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‌Cook, O., Smollett, S., Spadaccini, A., Donnelly, C., Ma, J., Evernote, G. P., Thorne, S., &amp; Yang, J. (2016). </a:t>
            </a:r>
            <a:r>
              <a:rPr lang="en-US" i="1" dirty="0"/>
              <a:t>On-Call</a:t>
            </a:r>
            <a:r>
              <a:rPr lang="en-US" dirty="0"/>
              <a:t>. </a:t>
            </a:r>
            <a:r>
              <a:rPr lang="en-US" dirty="0" err="1"/>
              <a:t>Sre.google</a:t>
            </a:r>
            <a:r>
              <a:rPr lang="en-US" dirty="0"/>
              <a:t>; Google SRE. https://sre.google/workbook/on-call</a:t>
            </a:r>
          </a:p>
          <a:p>
            <a:r>
              <a:rPr lang="en-US" dirty="0"/>
              <a:t>‌</a:t>
            </a:r>
            <a:r>
              <a:rPr lang="en-US" b="1" dirty="0"/>
              <a:t>Microsoft. (2026). </a:t>
            </a:r>
            <a:r>
              <a:rPr lang="en-US" b="1" i="1" dirty="0"/>
              <a:t>Microsoft Copilot</a:t>
            </a:r>
            <a:r>
              <a:rPr lang="en-US" b="1" dirty="0"/>
              <a:t> [Large language model]. Microsoft Corporation. </a:t>
            </a:r>
            <a:r>
              <a:rPr lang="en-US" b="1" dirty="0">
                <a:hlinkClick r:id="rId2" tooltip="copilot.microsoft.com"/>
              </a:rPr>
              <a:t>https://copilot.microsoft.com</a:t>
            </a:r>
            <a:endParaRPr lang="en-US" dirty="0"/>
          </a:p>
          <a:p>
            <a:r>
              <a:rPr lang="en-US" i="1" dirty="0"/>
              <a:t>On-Call Rotations and Schedules</a:t>
            </a:r>
            <a:r>
              <a:rPr lang="en-US" dirty="0"/>
              <a:t>. (2025, September 4). PagerDuty. https://www.pagerduty.com/resources/incident-management-response/learn/call-rotations-schedules</a:t>
            </a:r>
          </a:p>
          <a:p>
            <a:r>
              <a:rPr lang="en-US" dirty="0"/>
              <a:t>‌Shah, N. (2026, March 6). </a:t>
            </a:r>
            <a:r>
              <a:rPr lang="en-US" i="1" dirty="0"/>
              <a:t>On-Call Rotation Best Practices: Reducing Burnout and Improving Response  - DevOps.com</a:t>
            </a:r>
            <a:r>
              <a:rPr lang="en-US" dirty="0"/>
              <a:t>. DevOps.com. https://devops.com/on-call-rotation-best-practices-reducing-burnout-and-improving-response</a:t>
            </a:r>
          </a:p>
        </p:txBody>
      </p:sp>
    </p:spTree>
    <p:extLst>
      <p:ext uri="{BB962C8B-B14F-4D97-AF65-F5344CB8AC3E}">
        <p14:creationId xmlns:p14="http://schemas.microsoft.com/office/powerpoint/2010/main" val="2464602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410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Pager Rotation Duties</vt:lpstr>
      <vt:lpstr>What is it?</vt:lpstr>
      <vt:lpstr>Why does it matter?</vt:lpstr>
      <vt:lpstr>Common On Call issues</vt:lpstr>
      <vt:lpstr>Best Practice: Rotation Design</vt:lpstr>
      <vt:lpstr>Best Practice: Alerting and Tooling</vt:lpstr>
      <vt:lpstr>Metrics for Healthy On-Call Rotations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rozendaal</dc:creator>
  <cp:lastModifiedBy>matthew rozendaal</cp:lastModifiedBy>
  <cp:revision>2</cp:revision>
  <dcterms:created xsi:type="dcterms:W3CDTF">2026-06-23T03:51:42Z</dcterms:created>
  <dcterms:modified xsi:type="dcterms:W3CDTF">2026-07-07T02:56:39Z</dcterms:modified>
</cp:coreProperties>
</file>