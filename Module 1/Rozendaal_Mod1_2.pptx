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F8DD2B-F36D-4AE2-8966-253FE4C3E36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B38812D-9089-4932-A2BF-7971EBB10016}">
      <dgm:prSet/>
      <dgm:spPr/>
      <dgm:t>
        <a:bodyPr/>
        <a:lstStyle/>
        <a:p>
          <a:pPr>
            <a:defRPr cap="all"/>
          </a:pPr>
          <a:r>
            <a:rPr lang="en-US"/>
            <a:t>Processing time is hands on work time. </a:t>
          </a:r>
        </a:p>
      </dgm:t>
    </dgm:pt>
    <dgm:pt modelId="{06AF0271-9A7B-45F2-972C-41469F5CB734}" type="parTrans" cxnId="{60FCBBF1-E782-4912-8403-39833BF2570B}">
      <dgm:prSet/>
      <dgm:spPr/>
      <dgm:t>
        <a:bodyPr/>
        <a:lstStyle/>
        <a:p>
          <a:endParaRPr lang="en-US"/>
        </a:p>
      </dgm:t>
    </dgm:pt>
    <dgm:pt modelId="{202B972A-4ADB-4DB8-9F87-0B74F7C14D42}" type="sibTrans" cxnId="{60FCBBF1-E782-4912-8403-39833BF2570B}">
      <dgm:prSet/>
      <dgm:spPr/>
      <dgm:t>
        <a:bodyPr/>
        <a:lstStyle/>
        <a:p>
          <a:endParaRPr lang="en-US"/>
        </a:p>
      </dgm:t>
    </dgm:pt>
    <dgm:pt modelId="{E1A8181B-A7D9-4EA5-A613-960663AEBBE2}">
      <dgm:prSet/>
      <dgm:spPr/>
      <dgm:t>
        <a:bodyPr/>
        <a:lstStyle/>
        <a:p>
          <a:pPr>
            <a:defRPr cap="all"/>
          </a:pPr>
          <a:r>
            <a:rPr lang="en-US"/>
            <a:t>It is much shorter than lead time. </a:t>
          </a:r>
        </a:p>
      </dgm:t>
    </dgm:pt>
    <dgm:pt modelId="{E6FB9FFE-8851-4025-BF17-053EF1039B07}" type="parTrans" cxnId="{C170F78E-1737-41A9-A14A-E75059AF8576}">
      <dgm:prSet/>
      <dgm:spPr/>
      <dgm:t>
        <a:bodyPr/>
        <a:lstStyle/>
        <a:p>
          <a:endParaRPr lang="en-US"/>
        </a:p>
      </dgm:t>
    </dgm:pt>
    <dgm:pt modelId="{61519778-65FE-4E99-93BD-79600BBF7CA5}" type="sibTrans" cxnId="{C170F78E-1737-41A9-A14A-E75059AF8576}">
      <dgm:prSet/>
      <dgm:spPr/>
      <dgm:t>
        <a:bodyPr/>
        <a:lstStyle/>
        <a:p>
          <a:endParaRPr lang="en-US"/>
        </a:p>
      </dgm:t>
    </dgm:pt>
    <dgm:pt modelId="{B209B851-4BE9-4A84-81A2-6DE4494C7CAB}">
      <dgm:prSet/>
      <dgm:spPr/>
      <dgm:t>
        <a:bodyPr/>
        <a:lstStyle/>
        <a:p>
          <a:pPr>
            <a:defRPr cap="all"/>
          </a:pPr>
          <a:r>
            <a:rPr lang="en-US"/>
            <a:t>It shows waste and delays in the system.</a:t>
          </a:r>
        </a:p>
      </dgm:t>
    </dgm:pt>
    <dgm:pt modelId="{F47064D0-716F-4273-9516-3834FE9781D4}" type="parTrans" cxnId="{7B3CC9B7-C8CB-4457-ACD1-30E6F0A3EC54}">
      <dgm:prSet/>
      <dgm:spPr/>
      <dgm:t>
        <a:bodyPr/>
        <a:lstStyle/>
        <a:p>
          <a:endParaRPr lang="en-US"/>
        </a:p>
      </dgm:t>
    </dgm:pt>
    <dgm:pt modelId="{84ED1BBC-3289-4880-ACA1-1E0A568D3B51}" type="sibTrans" cxnId="{7B3CC9B7-C8CB-4457-ACD1-30E6F0A3EC54}">
      <dgm:prSet/>
      <dgm:spPr/>
      <dgm:t>
        <a:bodyPr/>
        <a:lstStyle/>
        <a:p>
          <a:endParaRPr lang="en-US"/>
        </a:p>
      </dgm:t>
    </dgm:pt>
    <dgm:pt modelId="{324352F9-89C8-404D-AC12-26158035A6E4}" type="pres">
      <dgm:prSet presAssocID="{28F8DD2B-F36D-4AE2-8966-253FE4C3E36F}" presName="root" presStyleCnt="0">
        <dgm:presLayoutVars>
          <dgm:dir/>
          <dgm:resizeHandles val="exact"/>
        </dgm:presLayoutVars>
      </dgm:prSet>
      <dgm:spPr/>
    </dgm:pt>
    <dgm:pt modelId="{F7783E7D-2633-4FD3-A7ED-2282B9EF5C56}" type="pres">
      <dgm:prSet presAssocID="{BB38812D-9089-4932-A2BF-7971EBB10016}" presName="compNode" presStyleCnt="0"/>
      <dgm:spPr/>
    </dgm:pt>
    <dgm:pt modelId="{E91A8908-8A99-4253-A734-2573A3285809}" type="pres">
      <dgm:prSet presAssocID="{BB38812D-9089-4932-A2BF-7971EBB10016}" presName="iconBgRect" presStyleLbl="bgShp" presStyleIdx="0" presStyleCnt="3"/>
      <dgm:spPr/>
    </dgm:pt>
    <dgm:pt modelId="{D3B66F9D-F7BF-46BA-BC40-F8A78F8B3C34}" type="pres">
      <dgm:prSet presAssocID="{BB38812D-9089-4932-A2BF-7971EBB1001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8C8BC0DF-CD40-4796-A559-9680790CDB55}" type="pres">
      <dgm:prSet presAssocID="{BB38812D-9089-4932-A2BF-7971EBB10016}" presName="spaceRect" presStyleCnt="0"/>
      <dgm:spPr/>
    </dgm:pt>
    <dgm:pt modelId="{85F1D177-EDC3-4DF9-8A50-4752CEBF7458}" type="pres">
      <dgm:prSet presAssocID="{BB38812D-9089-4932-A2BF-7971EBB10016}" presName="textRect" presStyleLbl="revTx" presStyleIdx="0" presStyleCnt="3">
        <dgm:presLayoutVars>
          <dgm:chMax val="1"/>
          <dgm:chPref val="1"/>
        </dgm:presLayoutVars>
      </dgm:prSet>
      <dgm:spPr/>
    </dgm:pt>
    <dgm:pt modelId="{A8FC5CE3-789C-4E38-AAAA-CC051B474879}" type="pres">
      <dgm:prSet presAssocID="{202B972A-4ADB-4DB8-9F87-0B74F7C14D42}" presName="sibTrans" presStyleCnt="0"/>
      <dgm:spPr/>
    </dgm:pt>
    <dgm:pt modelId="{85BC0DE6-34F1-4F65-BCF1-67171EA45DCF}" type="pres">
      <dgm:prSet presAssocID="{E1A8181B-A7D9-4EA5-A613-960663AEBBE2}" presName="compNode" presStyleCnt="0"/>
      <dgm:spPr/>
    </dgm:pt>
    <dgm:pt modelId="{0B02E3B4-4D85-4C89-B209-0078FD702C81}" type="pres">
      <dgm:prSet presAssocID="{E1A8181B-A7D9-4EA5-A613-960663AEBBE2}" presName="iconBgRect" presStyleLbl="bgShp" presStyleIdx="1" presStyleCnt="3"/>
      <dgm:spPr/>
    </dgm:pt>
    <dgm:pt modelId="{8859B4A3-6751-49D0-B549-52B307DB06F6}" type="pres">
      <dgm:prSet presAssocID="{E1A8181B-A7D9-4EA5-A613-960663AEBBE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rglass"/>
        </a:ext>
      </dgm:extLst>
    </dgm:pt>
    <dgm:pt modelId="{4F2A46D7-EA8C-4F8B-9389-91FA892F177D}" type="pres">
      <dgm:prSet presAssocID="{E1A8181B-A7D9-4EA5-A613-960663AEBBE2}" presName="spaceRect" presStyleCnt="0"/>
      <dgm:spPr/>
    </dgm:pt>
    <dgm:pt modelId="{A44ACC7C-9FAF-4C5B-A1B2-7440414AE60B}" type="pres">
      <dgm:prSet presAssocID="{E1A8181B-A7D9-4EA5-A613-960663AEBBE2}" presName="textRect" presStyleLbl="revTx" presStyleIdx="1" presStyleCnt="3">
        <dgm:presLayoutVars>
          <dgm:chMax val="1"/>
          <dgm:chPref val="1"/>
        </dgm:presLayoutVars>
      </dgm:prSet>
      <dgm:spPr/>
    </dgm:pt>
    <dgm:pt modelId="{12FC527F-A3E7-42CC-B48B-62702C85542F}" type="pres">
      <dgm:prSet presAssocID="{61519778-65FE-4E99-93BD-79600BBF7CA5}" presName="sibTrans" presStyleCnt="0"/>
      <dgm:spPr/>
    </dgm:pt>
    <dgm:pt modelId="{19B60D14-89FB-4E58-8C87-59AB70953FB8}" type="pres">
      <dgm:prSet presAssocID="{B209B851-4BE9-4A84-81A2-6DE4494C7CAB}" presName="compNode" presStyleCnt="0"/>
      <dgm:spPr/>
    </dgm:pt>
    <dgm:pt modelId="{9BB2EDB3-A064-44F6-BDCE-E1998FD23334}" type="pres">
      <dgm:prSet presAssocID="{B209B851-4BE9-4A84-81A2-6DE4494C7CAB}" presName="iconBgRect" presStyleLbl="bgShp" presStyleIdx="2" presStyleCnt="3"/>
      <dgm:spPr/>
    </dgm:pt>
    <dgm:pt modelId="{6494CE6D-C366-4FA1-A36C-61213BC8330B}" type="pres">
      <dgm:prSet presAssocID="{B209B851-4BE9-4A84-81A2-6DE4494C7CA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34C5EE91-69CF-4273-8E1B-0F840B475044}" type="pres">
      <dgm:prSet presAssocID="{B209B851-4BE9-4A84-81A2-6DE4494C7CAB}" presName="spaceRect" presStyleCnt="0"/>
      <dgm:spPr/>
    </dgm:pt>
    <dgm:pt modelId="{7C6AAA51-A74D-4D0B-99CB-736D3A76CF62}" type="pres">
      <dgm:prSet presAssocID="{B209B851-4BE9-4A84-81A2-6DE4494C7CA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276266B-37A4-46B6-81BC-F5BC7B60EF25}" type="presOf" srcId="{BB38812D-9089-4932-A2BF-7971EBB10016}" destId="{85F1D177-EDC3-4DF9-8A50-4752CEBF7458}" srcOrd="0" destOrd="0" presId="urn:microsoft.com/office/officeart/2018/5/layout/IconCircleLabelList"/>
    <dgm:cxn modelId="{C170F78E-1737-41A9-A14A-E75059AF8576}" srcId="{28F8DD2B-F36D-4AE2-8966-253FE4C3E36F}" destId="{E1A8181B-A7D9-4EA5-A613-960663AEBBE2}" srcOrd="1" destOrd="0" parTransId="{E6FB9FFE-8851-4025-BF17-053EF1039B07}" sibTransId="{61519778-65FE-4E99-93BD-79600BBF7CA5}"/>
    <dgm:cxn modelId="{7B3CC9B7-C8CB-4457-ACD1-30E6F0A3EC54}" srcId="{28F8DD2B-F36D-4AE2-8966-253FE4C3E36F}" destId="{B209B851-4BE9-4A84-81A2-6DE4494C7CAB}" srcOrd="2" destOrd="0" parTransId="{F47064D0-716F-4273-9516-3834FE9781D4}" sibTransId="{84ED1BBC-3289-4880-ACA1-1E0A568D3B51}"/>
    <dgm:cxn modelId="{12E87CD7-B1FC-4FAD-9F0E-BC48501B4CC8}" type="presOf" srcId="{28F8DD2B-F36D-4AE2-8966-253FE4C3E36F}" destId="{324352F9-89C8-404D-AC12-26158035A6E4}" srcOrd="0" destOrd="0" presId="urn:microsoft.com/office/officeart/2018/5/layout/IconCircleLabelList"/>
    <dgm:cxn modelId="{470145E0-9060-4835-80C1-4648E0228324}" type="presOf" srcId="{E1A8181B-A7D9-4EA5-A613-960663AEBBE2}" destId="{A44ACC7C-9FAF-4C5B-A1B2-7440414AE60B}" srcOrd="0" destOrd="0" presId="urn:microsoft.com/office/officeart/2018/5/layout/IconCircleLabelList"/>
    <dgm:cxn modelId="{60FCBBF1-E782-4912-8403-39833BF2570B}" srcId="{28F8DD2B-F36D-4AE2-8966-253FE4C3E36F}" destId="{BB38812D-9089-4932-A2BF-7971EBB10016}" srcOrd="0" destOrd="0" parTransId="{06AF0271-9A7B-45F2-972C-41469F5CB734}" sibTransId="{202B972A-4ADB-4DB8-9F87-0B74F7C14D42}"/>
    <dgm:cxn modelId="{1C8ED8F8-ADE0-46F8-8E75-5F2E02DAF3D0}" type="presOf" srcId="{B209B851-4BE9-4A84-81A2-6DE4494C7CAB}" destId="{7C6AAA51-A74D-4D0B-99CB-736D3A76CF62}" srcOrd="0" destOrd="0" presId="urn:microsoft.com/office/officeart/2018/5/layout/IconCircleLabelList"/>
    <dgm:cxn modelId="{186A1126-0985-42D3-B82F-C15281848C69}" type="presParOf" srcId="{324352F9-89C8-404D-AC12-26158035A6E4}" destId="{F7783E7D-2633-4FD3-A7ED-2282B9EF5C56}" srcOrd="0" destOrd="0" presId="urn:microsoft.com/office/officeart/2018/5/layout/IconCircleLabelList"/>
    <dgm:cxn modelId="{F85DA72D-C5D4-4E7E-94CB-C7BC57E53C10}" type="presParOf" srcId="{F7783E7D-2633-4FD3-A7ED-2282B9EF5C56}" destId="{E91A8908-8A99-4253-A734-2573A3285809}" srcOrd="0" destOrd="0" presId="urn:microsoft.com/office/officeart/2018/5/layout/IconCircleLabelList"/>
    <dgm:cxn modelId="{19EE4B0F-0CCD-4A6C-9C45-62DF213CC483}" type="presParOf" srcId="{F7783E7D-2633-4FD3-A7ED-2282B9EF5C56}" destId="{D3B66F9D-F7BF-46BA-BC40-F8A78F8B3C34}" srcOrd="1" destOrd="0" presId="urn:microsoft.com/office/officeart/2018/5/layout/IconCircleLabelList"/>
    <dgm:cxn modelId="{B8A44797-7B8D-47AE-8707-3E006FEC270F}" type="presParOf" srcId="{F7783E7D-2633-4FD3-A7ED-2282B9EF5C56}" destId="{8C8BC0DF-CD40-4796-A559-9680790CDB55}" srcOrd="2" destOrd="0" presId="urn:microsoft.com/office/officeart/2018/5/layout/IconCircleLabelList"/>
    <dgm:cxn modelId="{518F3D01-EDA5-40B9-8DEF-9514B5A264A6}" type="presParOf" srcId="{F7783E7D-2633-4FD3-A7ED-2282B9EF5C56}" destId="{85F1D177-EDC3-4DF9-8A50-4752CEBF7458}" srcOrd="3" destOrd="0" presId="urn:microsoft.com/office/officeart/2018/5/layout/IconCircleLabelList"/>
    <dgm:cxn modelId="{0F8CA960-6F70-4D69-A159-AEAD3E0C5E18}" type="presParOf" srcId="{324352F9-89C8-404D-AC12-26158035A6E4}" destId="{A8FC5CE3-789C-4E38-AAAA-CC051B474879}" srcOrd="1" destOrd="0" presId="urn:microsoft.com/office/officeart/2018/5/layout/IconCircleLabelList"/>
    <dgm:cxn modelId="{65A22DBA-504B-4C4A-AB45-F5E5B35C8ED6}" type="presParOf" srcId="{324352F9-89C8-404D-AC12-26158035A6E4}" destId="{85BC0DE6-34F1-4F65-BCF1-67171EA45DCF}" srcOrd="2" destOrd="0" presId="urn:microsoft.com/office/officeart/2018/5/layout/IconCircleLabelList"/>
    <dgm:cxn modelId="{F29C2467-B3E3-41FB-B6A0-B64311DADA73}" type="presParOf" srcId="{85BC0DE6-34F1-4F65-BCF1-67171EA45DCF}" destId="{0B02E3B4-4D85-4C89-B209-0078FD702C81}" srcOrd="0" destOrd="0" presId="urn:microsoft.com/office/officeart/2018/5/layout/IconCircleLabelList"/>
    <dgm:cxn modelId="{605FC156-4624-44E3-AE50-394D8CDC98B6}" type="presParOf" srcId="{85BC0DE6-34F1-4F65-BCF1-67171EA45DCF}" destId="{8859B4A3-6751-49D0-B549-52B307DB06F6}" srcOrd="1" destOrd="0" presId="urn:microsoft.com/office/officeart/2018/5/layout/IconCircleLabelList"/>
    <dgm:cxn modelId="{8CA7051B-9A02-41C8-8CC8-7DC2936F92EF}" type="presParOf" srcId="{85BC0DE6-34F1-4F65-BCF1-67171EA45DCF}" destId="{4F2A46D7-EA8C-4F8B-9389-91FA892F177D}" srcOrd="2" destOrd="0" presId="urn:microsoft.com/office/officeart/2018/5/layout/IconCircleLabelList"/>
    <dgm:cxn modelId="{8BCA389A-1FA1-4500-B896-A0D80E32F606}" type="presParOf" srcId="{85BC0DE6-34F1-4F65-BCF1-67171EA45DCF}" destId="{A44ACC7C-9FAF-4C5B-A1B2-7440414AE60B}" srcOrd="3" destOrd="0" presId="urn:microsoft.com/office/officeart/2018/5/layout/IconCircleLabelList"/>
    <dgm:cxn modelId="{DFDC1658-EC3E-4675-8B57-FD0CD6A97F65}" type="presParOf" srcId="{324352F9-89C8-404D-AC12-26158035A6E4}" destId="{12FC527F-A3E7-42CC-B48B-62702C85542F}" srcOrd="3" destOrd="0" presId="urn:microsoft.com/office/officeart/2018/5/layout/IconCircleLabelList"/>
    <dgm:cxn modelId="{902F27D2-0E89-4B4A-A4F0-549FD1BD05DF}" type="presParOf" srcId="{324352F9-89C8-404D-AC12-26158035A6E4}" destId="{19B60D14-89FB-4E58-8C87-59AB70953FB8}" srcOrd="4" destOrd="0" presId="urn:microsoft.com/office/officeart/2018/5/layout/IconCircleLabelList"/>
    <dgm:cxn modelId="{9D3BFDD3-DD68-4900-AF4A-173790481F80}" type="presParOf" srcId="{19B60D14-89FB-4E58-8C87-59AB70953FB8}" destId="{9BB2EDB3-A064-44F6-BDCE-E1998FD23334}" srcOrd="0" destOrd="0" presId="urn:microsoft.com/office/officeart/2018/5/layout/IconCircleLabelList"/>
    <dgm:cxn modelId="{3645644C-93E1-401C-BE1A-06489E02195B}" type="presParOf" srcId="{19B60D14-89FB-4E58-8C87-59AB70953FB8}" destId="{6494CE6D-C366-4FA1-A36C-61213BC8330B}" srcOrd="1" destOrd="0" presId="urn:microsoft.com/office/officeart/2018/5/layout/IconCircleLabelList"/>
    <dgm:cxn modelId="{71F9A400-E99C-4373-BBB9-CE5A03BA503A}" type="presParOf" srcId="{19B60D14-89FB-4E58-8C87-59AB70953FB8}" destId="{34C5EE91-69CF-4273-8E1B-0F840B475044}" srcOrd="2" destOrd="0" presId="urn:microsoft.com/office/officeart/2018/5/layout/IconCircleLabelList"/>
    <dgm:cxn modelId="{9E4C041B-F226-4B80-AEED-1D21C60CA67E}" type="presParOf" srcId="{19B60D14-89FB-4E58-8C87-59AB70953FB8}" destId="{7C6AAA51-A74D-4D0B-99CB-736D3A76CF6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1566EA-D4CA-4041-ADF6-8C36C6B7209E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FE3335B-8C6C-408C-89A8-4D43466B422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Work is slowed by organizational silos. </a:t>
          </a:r>
        </a:p>
      </dgm:t>
    </dgm:pt>
    <dgm:pt modelId="{0C7FACC9-235B-44CE-9EE9-6DDAC5367EDF}" type="parTrans" cxnId="{C46C2E68-51B2-4EB8-A7CB-0D3F3CB0B568}">
      <dgm:prSet/>
      <dgm:spPr/>
      <dgm:t>
        <a:bodyPr/>
        <a:lstStyle/>
        <a:p>
          <a:endParaRPr lang="en-US"/>
        </a:p>
      </dgm:t>
    </dgm:pt>
    <dgm:pt modelId="{DC2E7488-C77F-4674-BE30-BFB89F402E89}" type="sibTrans" cxnId="{C46C2E68-51B2-4EB8-A7CB-0D3F3CB0B568}">
      <dgm:prSet/>
      <dgm:spPr/>
      <dgm:t>
        <a:bodyPr/>
        <a:lstStyle/>
        <a:p>
          <a:endParaRPr lang="en-US"/>
        </a:p>
      </dgm:t>
    </dgm:pt>
    <dgm:pt modelId="{F8939F26-993F-4761-9302-E66789C98ED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Manual approvals delay progress. </a:t>
          </a:r>
        </a:p>
      </dgm:t>
    </dgm:pt>
    <dgm:pt modelId="{7A509428-8023-4B84-A4D6-A22EFF769C5E}" type="parTrans" cxnId="{9CE43CD7-82C2-46B3-B6DC-B5E43B83C4BB}">
      <dgm:prSet/>
      <dgm:spPr/>
      <dgm:t>
        <a:bodyPr/>
        <a:lstStyle/>
        <a:p>
          <a:endParaRPr lang="en-US"/>
        </a:p>
      </dgm:t>
    </dgm:pt>
    <dgm:pt modelId="{BBF83440-0D10-43FC-A5B6-12067AF55D16}" type="sibTrans" cxnId="{9CE43CD7-82C2-46B3-B6DC-B5E43B83C4BB}">
      <dgm:prSet/>
      <dgm:spPr/>
      <dgm:t>
        <a:bodyPr/>
        <a:lstStyle/>
        <a:p>
          <a:endParaRPr lang="en-US"/>
        </a:p>
      </dgm:t>
    </dgm:pt>
    <dgm:pt modelId="{769B853C-A825-494B-A624-A45D1865D49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Large batch releases increase risk and delay. </a:t>
          </a:r>
        </a:p>
      </dgm:t>
    </dgm:pt>
    <dgm:pt modelId="{62A77B06-1643-4BC3-AFA2-A5A40F269BC5}" type="parTrans" cxnId="{894E1A5A-38AC-4B79-9920-BD2B3F2D8806}">
      <dgm:prSet/>
      <dgm:spPr/>
      <dgm:t>
        <a:bodyPr/>
        <a:lstStyle/>
        <a:p>
          <a:endParaRPr lang="en-US"/>
        </a:p>
      </dgm:t>
    </dgm:pt>
    <dgm:pt modelId="{CBBC28B0-4416-49A6-A507-D14F2C553159}" type="sibTrans" cxnId="{894E1A5A-38AC-4B79-9920-BD2B3F2D8806}">
      <dgm:prSet/>
      <dgm:spPr/>
      <dgm:t>
        <a:bodyPr/>
        <a:lstStyle/>
        <a:p>
          <a:endParaRPr lang="en-US"/>
        </a:p>
      </dgm:t>
    </dgm:pt>
    <dgm:pt modelId="{7C0C0C90-937C-4CFB-82E8-8694146BB5C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Slow integration creates long queues.</a:t>
          </a:r>
        </a:p>
      </dgm:t>
    </dgm:pt>
    <dgm:pt modelId="{0F0A183A-4D61-4497-8939-18A4AEEB2344}" type="parTrans" cxnId="{960101D2-2963-4C6A-8444-BE3D81FE2A39}">
      <dgm:prSet/>
      <dgm:spPr/>
      <dgm:t>
        <a:bodyPr/>
        <a:lstStyle/>
        <a:p>
          <a:endParaRPr lang="en-US"/>
        </a:p>
      </dgm:t>
    </dgm:pt>
    <dgm:pt modelId="{798220AC-7B9E-4956-8DB3-E16DEF313AB7}" type="sibTrans" cxnId="{960101D2-2963-4C6A-8444-BE3D81FE2A39}">
      <dgm:prSet/>
      <dgm:spPr/>
      <dgm:t>
        <a:bodyPr/>
        <a:lstStyle/>
        <a:p>
          <a:endParaRPr lang="en-US"/>
        </a:p>
      </dgm:t>
    </dgm:pt>
    <dgm:pt modelId="{FB36A0FD-13D4-4FF6-A31A-1BED6E7E516B}" type="pres">
      <dgm:prSet presAssocID="{B01566EA-D4CA-4041-ADF6-8C36C6B7209E}" presName="root" presStyleCnt="0">
        <dgm:presLayoutVars>
          <dgm:dir/>
          <dgm:resizeHandles val="exact"/>
        </dgm:presLayoutVars>
      </dgm:prSet>
      <dgm:spPr/>
    </dgm:pt>
    <dgm:pt modelId="{CB40E2C7-1E29-4455-88B3-255E9685019E}" type="pres">
      <dgm:prSet presAssocID="{4FE3335B-8C6C-408C-89A8-4D43466B422B}" presName="compNode" presStyleCnt="0"/>
      <dgm:spPr/>
    </dgm:pt>
    <dgm:pt modelId="{063C5073-52BC-4811-9D5F-A3DA98430967}" type="pres">
      <dgm:prSet presAssocID="{4FE3335B-8C6C-408C-89A8-4D43466B422B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1A1697F5-2241-471E-BBA9-8B99511D9C94}" type="pres">
      <dgm:prSet presAssocID="{4FE3335B-8C6C-408C-89A8-4D43466B422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DF5196D7-0B4A-4F5C-AF13-981118534ACC}" type="pres">
      <dgm:prSet presAssocID="{4FE3335B-8C6C-408C-89A8-4D43466B422B}" presName="spaceRect" presStyleCnt="0"/>
      <dgm:spPr/>
    </dgm:pt>
    <dgm:pt modelId="{615AB481-109C-48AA-8396-A81F1AFD835A}" type="pres">
      <dgm:prSet presAssocID="{4FE3335B-8C6C-408C-89A8-4D43466B422B}" presName="textRect" presStyleLbl="revTx" presStyleIdx="0" presStyleCnt="4">
        <dgm:presLayoutVars>
          <dgm:chMax val="1"/>
          <dgm:chPref val="1"/>
        </dgm:presLayoutVars>
      </dgm:prSet>
      <dgm:spPr/>
    </dgm:pt>
    <dgm:pt modelId="{3964C4C8-DC57-4281-B6B3-A839E502EE10}" type="pres">
      <dgm:prSet presAssocID="{DC2E7488-C77F-4674-BE30-BFB89F402E89}" presName="sibTrans" presStyleCnt="0"/>
      <dgm:spPr/>
    </dgm:pt>
    <dgm:pt modelId="{F6234AC7-6FFE-4684-98BE-806087A68133}" type="pres">
      <dgm:prSet presAssocID="{F8939F26-993F-4761-9302-E66789C98EDC}" presName="compNode" presStyleCnt="0"/>
      <dgm:spPr/>
    </dgm:pt>
    <dgm:pt modelId="{FF70B2C9-55C6-4DD2-9F7C-5220ED54F8A1}" type="pres">
      <dgm:prSet presAssocID="{F8939F26-993F-4761-9302-E66789C98EDC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82BF8C0-D566-4E63-9B23-3350A189A292}" type="pres">
      <dgm:prSet presAssocID="{F8939F26-993F-4761-9302-E66789C98ED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ED85119D-5F04-4A74-9DD4-9834E3213A30}" type="pres">
      <dgm:prSet presAssocID="{F8939F26-993F-4761-9302-E66789C98EDC}" presName="spaceRect" presStyleCnt="0"/>
      <dgm:spPr/>
    </dgm:pt>
    <dgm:pt modelId="{FA7454A2-8297-4F5E-A515-ED310382065E}" type="pres">
      <dgm:prSet presAssocID="{F8939F26-993F-4761-9302-E66789C98EDC}" presName="textRect" presStyleLbl="revTx" presStyleIdx="1" presStyleCnt="4">
        <dgm:presLayoutVars>
          <dgm:chMax val="1"/>
          <dgm:chPref val="1"/>
        </dgm:presLayoutVars>
      </dgm:prSet>
      <dgm:spPr/>
    </dgm:pt>
    <dgm:pt modelId="{4E4D0657-9634-4AEB-A60F-BD86D893217B}" type="pres">
      <dgm:prSet presAssocID="{BBF83440-0D10-43FC-A5B6-12067AF55D16}" presName="sibTrans" presStyleCnt="0"/>
      <dgm:spPr/>
    </dgm:pt>
    <dgm:pt modelId="{DC177C61-A55F-412A-A3AF-ED62D615D638}" type="pres">
      <dgm:prSet presAssocID="{769B853C-A825-494B-A624-A45D1865D491}" presName="compNode" presStyleCnt="0"/>
      <dgm:spPr/>
    </dgm:pt>
    <dgm:pt modelId="{76927396-1D3B-4D73-A1D3-8B58961355BB}" type="pres">
      <dgm:prSet presAssocID="{769B853C-A825-494B-A624-A45D1865D49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F7885FF-4024-4EA5-912F-86998F4AA069}" type="pres">
      <dgm:prSet presAssocID="{769B853C-A825-494B-A624-A45D1865D491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d Bump"/>
        </a:ext>
      </dgm:extLst>
    </dgm:pt>
    <dgm:pt modelId="{A616ACFA-0D05-4B38-9B91-C66CBAD88D4C}" type="pres">
      <dgm:prSet presAssocID="{769B853C-A825-494B-A624-A45D1865D491}" presName="spaceRect" presStyleCnt="0"/>
      <dgm:spPr/>
    </dgm:pt>
    <dgm:pt modelId="{376E69CD-8B18-418B-B31A-83BCF92FA965}" type="pres">
      <dgm:prSet presAssocID="{769B853C-A825-494B-A624-A45D1865D491}" presName="textRect" presStyleLbl="revTx" presStyleIdx="2" presStyleCnt="4">
        <dgm:presLayoutVars>
          <dgm:chMax val="1"/>
          <dgm:chPref val="1"/>
        </dgm:presLayoutVars>
      </dgm:prSet>
      <dgm:spPr/>
    </dgm:pt>
    <dgm:pt modelId="{F0BAE9F5-1936-4814-A8AE-A361F86134DA}" type="pres">
      <dgm:prSet presAssocID="{CBBC28B0-4416-49A6-A507-D14F2C553159}" presName="sibTrans" presStyleCnt="0"/>
      <dgm:spPr/>
    </dgm:pt>
    <dgm:pt modelId="{AAB33ECB-5056-4E6A-949E-48D7881DA4E4}" type="pres">
      <dgm:prSet presAssocID="{7C0C0C90-937C-4CFB-82E8-8694146BB5CB}" presName="compNode" presStyleCnt="0"/>
      <dgm:spPr/>
    </dgm:pt>
    <dgm:pt modelId="{107CCB5D-3CB7-427D-8369-BB428B4C66F0}" type="pres">
      <dgm:prSet presAssocID="{7C0C0C90-937C-4CFB-82E8-8694146BB5CB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5E8C2D57-96CD-46E0-A8ED-E2C5196C732B}" type="pres">
      <dgm:prSet presAssocID="{7C0C0C90-937C-4CFB-82E8-8694146BB5C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urtle"/>
        </a:ext>
      </dgm:extLst>
    </dgm:pt>
    <dgm:pt modelId="{F1726145-9D56-449A-980E-DEC31F4CD7C4}" type="pres">
      <dgm:prSet presAssocID="{7C0C0C90-937C-4CFB-82E8-8694146BB5CB}" presName="spaceRect" presStyleCnt="0"/>
      <dgm:spPr/>
    </dgm:pt>
    <dgm:pt modelId="{B1C828EF-9564-4AF0-91EC-3C7EFD38FC51}" type="pres">
      <dgm:prSet presAssocID="{7C0C0C90-937C-4CFB-82E8-8694146BB5C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CB950C-EAA0-40EB-8637-47A2A8B065B8}" type="presOf" srcId="{B01566EA-D4CA-4041-ADF6-8C36C6B7209E}" destId="{FB36A0FD-13D4-4FF6-A31A-1BED6E7E516B}" srcOrd="0" destOrd="0" presId="urn:microsoft.com/office/officeart/2018/5/layout/IconLeafLabelList"/>
    <dgm:cxn modelId="{43991D27-F82D-4309-B338-C1FBE833EADA}" type="presOf" srcId="{7C0C0C90-937C-4CFB-82E8-8694146BB5CB}" destId="{B1C828EF-9564-4AF0-91EC-3C7EFD38FC51}" srcOrd="0" destOrd="0" presId="urn:microsoft.com/office/officeart/2018/5/layout/IconLeafLabelList"/>
    <dgm:cxn modelId="{714E0B63-1110-4D43-9180-E95F207C9AB2}" type="presOf" srcId="{769B853C-A825-494B-A624-A45D1865D491}" destId="{376E69CD-8B18-418B-B31A-83BCF92FA965}" srcOrd="0" destOrd="0" presId="urn:microsoft.com/office/officeart/2018/5/layout/IconLeafLabelList"/>
    <dgm:cxn modelId="{C46C2E68-51B2-4EB8-A7CB-0D3F3CB0B568}" srcId="{B01566EA-D4CA-4041-ADF6-8C36C6B7209E}" destId="{4FE3335B-8C6C-408C-89A8-4D43466B422B}" srcOrd="0" destOrd="0" parTransId="{0C7FACC9-235B-44CE-9EE9-6DDAC5367EDF}" sibTransId="{DC2E7488-C77F-4674-BE30-BFB89F402E89}"/>
    <dgm:cxn modelId="{894E1A5A-38AC-4B79-9920-BD2B3F2D8806}" srcId="{B01566EA-D4CA-4041-ADF6-8C36C6B7209E}" destId="{769B853C-A825-494B-A624-A45D1865D491}" srcOrd="2" destOrd="0" parTransId="{62A77B06-1643-4BC3-AFA2-A5A40F269BC5}" sibTransId="{CBBC28B0-4416-49A6-A507-D14F2C553159}"/>
    <dgm:cxn modelId="{4C81AE85-9236-448A-BDC2-8F08B3552DF1}" type="presOf" srcId="{F8939F26-993F-4761-9302-E66789C98EDC}" destId="{FA7454A2-8297-4F5E-A515-ED310382065E}" srcOrd="0" destOrd="0" presId="urn:microsoft.com/office/officeart/2018/5/layout/IconLeafLabelList"/>
    <dgm:cxn modelId="{6F142890-DCBA-4262-9B49-414962FA416A}" type="presOf" srcId="{4FE3335B-8C6C-408C-89A8-4D43466B422B}" destId="{615AB481-109C-48AA-8396-A81F1AFD835A}" srcOrd="0" destOrd="0" presId="urn:microsoft.com/office/officeart/2018/5/layout/IconLeafLabelList"/>
    <dgm:cxn modelId="{960101D2-2963-4C6A-8444-BE3D81FE2A39}" srcId="{B01566EA-D4CA-4041-ADF6-8C36C6B7209E}" destId="{7C0C0C90-937C-4CFB-82E8-8694146BB5CB}" srcOrd="3" destOrd="0" parTransId="{0F0A183A-4D61-4497-8939-18A4AEEB2344}" sibTransId="{798220AC-7B9E-4956-8DB3-E16DEF313AB7}"/>
    <dgm:cxn modelId="{9CE43CD7-82C2-46B3-B6DC-B5E43B83C4BB}" srcId="{B01566EA-D4CA-4041-ADF6-8C36C6B7209E}" destId="{F8939F26-993F-4761-9302-E66789C98EDC}" srcOrd="1" destOrd="0" parTransId="{7A509428-8023-4B84-A4D6-A22EFF769C5E}" sibTransId="{BBF83440-0D10-43FC-A5B6-12067AF55D16}"/>
    <dgm:cxn modelId="{580C4BC4-C652-409E-B2A0-00F24DBD1C01}" type="presParOf" srcId="{FB36A0FD-13D4-4FF6-A31A-1BED6E7E516B}" destId="{CB40E2C7-1E29-4455-88B3-255E9685019E}" srcOrd="0" destOrd="0" presId="urn:microsoft.com/office/officeart/2018/5/layout/IconLeafLabelList"/>
    <dgm:cxn modelId="{650CA30E-6FE6-43C9-92EE-33755FADC3E1}" type="presParOf" srcId="{CB40E2C7-1E29-4455-88B3-255E9685019E}" destId="{063C5073-52BC-4811-9D5F-A3DA98430967}" srcOrd="0" destOrd="0" presId="urn:microsoft.com/office/officeart/2018/5/layout/IconLeafLabelList"/>
    <dgm:cxn modelId="{834BA19B-267A-420E-8D6B-28630CE44DE0}" type="presParOf" srcId="{CB40E2C7-1E29-4455-88B3-255E9685019E}" destId="{1A1697F5-2241-471E-BBA9-8B99511D9C94}" srcOrd="1" destOrd="0" presId="urn:microsoft.com/office/officeart/2018/5/layout/IconLeafLabelList"/>
    <dgm:cxn modelId="{9AE2C0E5-D270-4CF4-9DE8-B90147EA9CA1}" type="presParOf" srcId="{CB40E2C7-1E29-4455-88B3-255E9685019E}" destId="{DF5196D7-0B4A-4F5C-AF13-981118534ACC}" srcOrd="2" destOrd="0" presId="urn:microsoft.com/office/officeart/2018/5/layout/IconLeafLabelList"/>
    <dgm:cxn modelId="{E2DEE9C0-6215-444C-8A3E-2B0A3F417FCE}" type="presParOf" srcId="{CB40E2C7-1E29-4455-88B3-255E9685019E}" destId="{615AB481-109C-48AA-8396-A81F1AFD835A}" srcOrd="3" destOrd="0" presId="urn:microsoft.com/office/officeart/2018/5/layout/IconLeafLabelList"/>
    <dgm:cxn modelId="{9D6152E5-233F-48E6-8FF3-2B7A896B32B8}" type="presParOf" srcId="{FB36A0FD-13D4-4FF6-A31A-1BED6E7E516B}" destId="{3964C4C8-DC57-4281-B6B3-A839E502EE10}" srcOrd="1" destOrd="0" presId="urn:microsoft.com/office/officeart/2018/5/layout/IconLeafLabelList"/>
    <dgm:cxn modelId="{63643684-7030-49AA-BBF2-293180100C08}" type="presParOf" srcId="{FB36A0FD-13D4-4FF6-A31A-1BED6E7E516B}" destId="{F6234AC7-6FFE-4684-98BE-806087A68133}" srcOrd="2" destOrd="0" presId="urn:microsoft.com/office/officeart/2018/5/layout/IconLeafLabelList"/>
    <dgm:cxn modelId="{879FEEC9-4B12-46C0-B454-97DAA678603E}" type="presParOf" srcId="{F6234AC7-6FFE-4684-98BE-806087A68133}" destId="{FF70B2C9-55C6-4DD2-9F7C-5220ED54F8A1}" srcOrd="0" destOrd="0" presId="urn:microsoft.com/office/officeart/2018/5/layout/IconLeafLabelList"/>
    <dgm:cxn modelId="{D4B6BB1E-FBC1-4CE8-B750-5C2FE48D956D}" type="presParOf" srcId="{F6234AC7-6FFE-4684-98BE-806087A68133}" destId="{C82BF8C0-D566-4E63-9B23-3350A189A292}" srcOrd="1" destOrd="0" presId="urn:microsoft.com/office/officeart/2018/5/layout/IconLeafLabelList"/>
    <dgm:cxn modelId="{76B3664F-6365-4550-834D-4208469B4629}" type="presParOf" srcId="{F6234AC7-6FFE-4684-98BE-806087A68133}" destId="{ED85119D-5F04-4A74-9DD4-9834E3213A30}" srcOrd="2" destOrd="0" presId="urn:microsoft.com/office/officeart/2018/5/layout/IconLeafLabelList"/>
    <dgm:cxn modelId="{6C3304AE-2767-4359-8BDE-F6319A099D0D}" type="presParOf" srcId="{F6234AC7-6FFE-4684-98BE-806087A68133}" destId="{FA7454A2-8297-4F5E-A515-ED310382065E}" srcOrd="3" destOrd="0" presId="urn:microsoft.com/office/officeart/2018/5/layout/IconLeafLabelList"/>
    <dgm:cxn modelId="{93AC086C-3D78-43DD-9AFE-58C224AE0ED7}" type="presParOf" srcId="{FB36A0FD-13D4-4FF6-A31A-1BED6E7E516B}" destId="{4E4D0657-9634-4AEB-A60F-BD86D893217B}" srcOrd="3" destOrd="0" presId="urn:microsoft.com/office/officeart/2018/5/layout/IconLeafLabelList"/>
    <dgm:cxn modelId="{3DA8D376-A7EE-4DF4-9779-C3005AD88D36}" type="presParOf" srcId="{FB36A0FD-13D4-4FF6-A31A-1BED6E7E516B}" destId="{DC177C61-A55F-412A-A3AF-ED62D615D638}" srcOrd="4" destOrd="0" presId="urn:microsoft.com/office/officeart/2018/5/layout/IconLeafLabelList"/>
    <dgm:cxn modelId="{0E8F63E2-E0FB-43F4-B037-8EF3A0D227D5}" type="presParOf" srcId="{DC177C61-A55F-412A-A3AF-ED62D615D638}" destId="{76927396-1D3B-4D73-A1D3-8B58961355BB}" srcOrd="0" destOrd="0" presId="urn:microsoft.com/office/officeart/2018/5/layout/IconLeafLabelList"/>
    <dgm:cxn modelId="{B6E2330D-6850-486A-8076-D971AC3E90D4}" type="presParOf" srcId="{DC177C61-A55F-412A-A3AF-ED62D615D638}" destId="{8F7885FF-4024-4EA5-912F-86998F4AA069}" srcOrd="1" destOrd="0" presId="urn:microsoft.com/office/officeart/2018/5/layout/IconLeafLabelList"/>
    <dgm:cxn modelId="{09AC76AA-2724-40CA-99DC-EEA55A6E46D8}" type="presParOf" srcId="{DC177C61-A55F-412A-A3AF-ED62D615D638}" destId="{A616ACFA-0D05-4B38-9B91-C66CBAD88D4C}" srcOrd="2" destOrd="0" presId="urn:microsoft.com/office/officeart/2018/5/layout/IconLeafLabelList"/>
    <dgm:cxn modelId="{74E859CE-61FD-41D6-9E23-5FC5F23ACC88}" type="presParOf" srcId="{DC177C61-A55F-412A-A3AF-ED62D615D638}" destId="{376E69CD-8B18-418B-B31A-83BCF92FA965}" srcOrd="3" destOrd="0" presId="urn:microsoft.com/office/officeart/2018/5/layout/IconLeafLabelList"/>
    <dgm:cxn modelId="{5D090357-2C6E-47FD-A25E-038B9B9CC7CA}" type="presParOf" srcId="{FB36A0FD-13D4-4FF6-A31A-1BED6E7E516B}" destId="{F0BAE9F5-1936-4814-A8AE-A361F86134DA}" srcOrd="5" destOrd="0" presId="urn:microsoft.com/office/officeart/2018/5/layout/IconLeafLabelList"/>
    <dgm:cxn modelId="{92362762-D436-4453-8C33-DA6F3BA71115}" type="presParOf" srcId="{FB36A0FD-13D4-4FF6-A31A-1BED6E7E516B}" destId="{AAB33ECB-5056-4E6A-949E-48D7881DA4E4}" srcOrd="6" destOrd="0" presId="urn:microsoft.com/office/officeart/2018/5/layout/IconLeafLabelList"/>
    <dgm:cxn modelId="{75BD8680-9A10-42F6-AA7A-5E4C9ACA4E65}" type="presParOf" srcId="{AAB33ECB-5056-4E6A-949E-48D7881DA4E4}" destId="{107CCB5D-3CB7-427D-8369-BB428B4C66F0}" srcOrd="0" destOrd="0" presId="urn:microsoft.com/office/officeart/2018/5/layout/IconLeafLabelList"/>
    <dgm:cxn modelId="{AA1050EC-B0DE-4D50-8230-B3591A8A0B08}" type="presParOf" srcId="{AAB33ECB-5056-4E6A-949E-48D7881DA4E4}" destId="{5E8C2D57-96CD-46E0-A8ED-E2C5196C732B}" srcOrd="1" destOrd="0" presId="urn:microsoft.com/office/officeart/2018/5/layout/IconLeafLabelList"/>
    <dgm:cxn modelId="{EC8CAEB9-E5D6-4CEF-9971-4A00E978B321}" type="presParOf" srcId="{AAB33ECB-5056-4E6A-949E-48D7881DA4E4}" destId="{F1726145-9D56-449A-980E-DEC31F4CD7C4}" srcOrd="2" destOrd="0" presId="urn:microsoft.com/office/officeart/2018/5/layout/IconLeafLabelList"/>
    <dgm:cxn modelId="{FE313D08-8877-434F-ACD9-04CB8BA1CCE5}" type="presParOf" srcId="{AAB33ECB-5056-4E6A-949E-48D7881DA4E4}" destId="{B1C828EF-9564-4AF0-91EC-3C7EFD38FC5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F04326-97C3-4B10-B71F-E0F7D30299E5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D0AD113F-F4AB-4ED9-B47D-E5ED6FFFB1B8}">
      <dgm:prSet/>
      <dgm:spPr/>
      <dgm:t>
        <a:bodyPr/>
        <a:lstStyle/>
        <a:p>
          <a:pPr>
            <a:defRPr b="1"/>
          </a:pPr>
          <a:r>
            <a:rPr lang="en-US"/>
            <a:t>Slow feedback loops reduce learning from the past. </a:t>
          </a:r>
        </a:p>
      </dgm:t>
    </dgm:pt>
    <dgm:pt modelId="{DEB576B7-511C-4AEA-A67B-3389E84A827B}" type="parTrans" cxnId="{24B42CFF-4B17-4807-8ACC-675644D2A473}">
      <dgm:prSet/>
      <dgm:spPr/>
      <dgm:t>
        <a:bodyPr/>
        <a:lstStyle/>
        <a:p>
          <a:endParaRPr lang="en-US"/>
        </a:p>
      </dgm:t>
    </dgm:pt>
    <dgm:pt modelId="{A3D8C348-4B15-4320-A061-C03BEED14E54}" type="sibTrans" cxnId="{24B42CFF-4B17-4807-8ACC-675644D2A473}">
      <dgm:prSet/>
      <dgm:spPr/>
      <dgm:t>
        <a:bodyPr/>
        <a:lstStyle/>
        <a:p>
          <a:endParaRPr lang="en-US"/>
        </a:p>
      </dgm:t>
    </dgm:pt>
    <dgm:pt modelId="{2E219297-D3FB-4324-B4B9-7F077658E879}">
      <dgm:prSet/>
      <dgm:spPr/>
      <dgm:t>
        <a:bodyPr/>
        <a:lstStyle/>
        <a:p>
          <a:pPr>
            <a:defRPr b="1"/>
          </a:pPr>
          <a:r>
            <a:rPr lang="en-US"/>
            <a:t>Cost of delay increases.</a:t>
          </a:r>
        </a:p>
      </dgm:t>
    </dgm:pt>
    <dgm:pt modelId="{283EF920-76DF-4B38-9DAB-B0E43B236168}" type="parTrans" cxnId="{59280814-5BA7-4FAE-B9B8-892970450F25}">
      <dgm:prSet/>
      <dgm:spPr/>
      <dgm:t>
        <a:bodyPr/>
        <a:lstStyle/>
        <a:p>
          <a:endParaRPr lang="en-US"/>
        </a:p>
      </dgm:t>
    </dgm:pt>
    <dgm:pt modelId="{BDAA5D32-A9AD-466D-86D4-338B59D7E7B1}" type="sibTrans" cxnId="{59280814-5BA7-4FAE-B9B8-892970450F25}">
      <dgm:prSet/>
      <dgm:spPr/>
      <dgm:t>
        <a:bodyPr/>
        <a:lstStyle/>
        <a:p>
          <a:endParaRPr lang="en-US"/>
        </a:p>
      </dgm:t>
    </dgm:pt>
    <dgm:pt modelId="{FCFE0B40-0E92-4547-BE92-27C84BF55F29}">
      <dgm:prSet/>
      <dgm:spPr/>
      <dgm:t>
        <a:bodyPr/>
        <a:lstStyle/>
        <a:p>
          <a:pPr>
            <a:defRPr b="1"/>
          </a:pPr>
          <a:r>
            <a:rPr lang="en-US"/>
            <a:t>Deployment risk grows.</a:t>
          </a:r>
        </a:p>
      </dgm:t>
    </dgm:pt>
    <dgm:pt modelId="{8076F75D-1028-40C6-BB66-2A87790F05D8}" type="parTrans" cxnId="{58A19771-3A6D-4C03-8361-A42218C75026}">
      <dgm:prSet/>
      <dgm:spPr/>
      <dgm:t>
        <a:bodyPr/>
        <a:lstStyle/>
        <a:p>
          <a:endParaRPr lang="en-US"/>
        </a:p>
      </dgm:t>
    </dgm:pt>
    <dgm:pt modelId="{E8D73603-E14B-4DE3-A186-711A39856646}" type="sibTrans" cxnId="{58A19771-3A6D-4C03-8361-A42218C75026}">
      <dgm:prSet/>
      <dgm:spPr/>
      <dgm:t>
        <a:bodyPr/>
        <a:lstStyle/>
        <a:p>
          <a:endParaRPr lang="en-US"/>
        </a:p>
      </dgm:t>
    </dgm:pt>
    <dgm:pt modelId="{6423339D-D621-4960-A86D-850C788D88D3}">
      <dgm:prSet/>
      <dgm:spPr/>
      <dgm:t>
        <a:bodyPr/>
        <a:lstStyle/>
        <a:p>
          <a:r>
            <a:rPr lang="en-US" dirty="0"/>
            <a:t>In other words, likelihood of project getting cancelled is higher</a:t>
          </a:r>
        </a:p>
      </dgm:t>
    </dgm:pt>
    <dgm:pt modelId="{14CB9A8D-4841-4ACE-97D4-D20E9BA288A6}" type="parTrans" cxnId="{E1DCB83E-1668-42C1-972B-A4FD804879E6}">
      <dgm:prSet/>
      <dgm:spPr/>
      <dgm:t>
        <a:bodyPr/>
        <a:lstStyle/>
        <a:p>
          <a:endParaRPr lang="en-US"/>
        </a:p>
      </dgm:t>
    </dgm:pt>
    <dgm:pt modelId="{9C9DACEE-82B2-49EF-BFDE-1E4EDDA1B0C6}" type="sibTrans" cxnId="{E1DCB83E-1668-42C1-972B-A4FD804879E6}">
      <dgm:prSet/>
      <dgm:spPr/>
      <dgm:t>
        <a:bodyPr/>
        <a:lstStyle/>
        <a:p>
          <a:endParaRPr lang="en-US"/>
        </a:p>
      </dgm:t>
    </dgm:pt>
    <dgm:pt modelId="{74E634E7-062E-43D2-BA10-5786B3C25DAF}">
      <dgm:prSet/>
      <dgm:spPr/>
      <dgm:t>
        <a:bodyPr/>
        <a:lstStyle/>
        <a:p>
          <a:pPr>
            <a:defRPr b="1"/>
          </a:pPr>
          <a:r>
            <a:rPr lang="en-US"/>
            <a:t>More defects and rework appear.</a:t>
          </a:r>
        </a:p>
      </dgm:t>
    </dgm:pt>
    <dgm:pt modelId="{1C1CEFA6-EEAE-42CF-A5D0-A8798DD5BF0B}" type="parTrans" cxnId="{375D708E-741C-4241-B56B-D7C3E43B9CB8}">
      <dgm:prSet/>
      <dgm:spPr/>
      <dgm:t>
        <a:bodyPr/>
        <a:lstStyle/>
        <a:p>
          <a:endParaRPr lang="en-US"/>
        </a:p>
      </dgm:t>
    </dgm:pt>
    <dgm:pt modelId="{BF129688-27F3-4C83-9A22-3A58399F30E7}" type="sibTrans" cxnId="{375D708E-741C-4241-B56B-D7C3E43B9CB8}">
      <dgm:prSet/>
      <dgm:spPr/>
      <dgm:t>
        <a:bodyPr/>
        <a:lstStyle/>
        <a:p>
          <a:endParaRPr lang="en-US"/>
        </a:p>
      </dgm:t>
    </dgm:pt>
    <dgm:pt modelId="{6370E9FD-D5E2-42E7-9F5D-81371A10A817}">
      <dgm:prSet/>
      <dgm:spPr/>
      <dgm:t>
        <a:bodyPr/>
        <a:lstStyle/>
        <a:p>
          <a:pPr>
            <a:defRPr b="1"/>
          </a:pPr>
          <a:r>
            <a:rPr lang="en-US"/>
            <a:t>Competitiveness decreases.</a:t>
          </a:r>
        </a:p>
      </dgm:t>
    </dgm:pt>
    <dgm:pt modelId="{2AE81676-8125-405A-992F-40F6955CC8D5}" type="parTrans" cxnId="{38E4F15E-394E-4370-943C-D99D4B833886}">
      <dgm:prSet/>
      <dgm:spPr/>
      <dgm:t>
        <a:bodyPr/>
        <a:lstStyle/>
        <a:p>
          <a:endParaRPr lang="en-US"/>
        </a:p>
      </dgm:t>
    </dgm:pt>
    <dgm:pt modelId="{5115D143-5D65-47FB-AD4C-C8422EE6084A}" type="sibTrans" cxnId="{38E4F15E-394E-4370-943C-D99D4B833886}">
      <dgm:prSet/>
      <dgm:spPr/>
      <dgm:t>
        <a:bodyPr/>
        <a:lstStyle/>
        <a:p>
          <a:endParaRPr lang="en-US"/>
        </a:p>
      </dgm:t>
    </dgm:pt>
    <dgm:pt modelId="{886600B4-DE49-4B1D-A3B1-0B67324687B0}" type="pres">
      <dgm:prSet presAssocID="{08F04326-97C3-4B10-B71F-E0F7D30299E5}" presName="root" presStyleCnt="0">
        <dgm:presLayoutVars>
          <dgm:dir/>
          <dgm:resizeHandles val="exact"/>
        </dgm:presLayoutVars>
      </dgm:prSet>
      <dgm:spPr/>
    </dgm:pt>
    <dgm:pt modelId="{37D35E7E-DE89-45A6-A3E9-40D7ACC5247B}" type="pres">
      <dgm:prSet presAssocID="{D0AD113F-F4AB-4ED9-B47D-E5ED6FFFB1B8}" presName="compNode" presStyleCnt="0"/>
      <dgm:spPr/>
    </dgm:pt>
    <dgm:pt modelId="{43BBCC26-1EE9-4352-BB33-9A7276669711}" type="pres">
      <dgm:prSet presAssocID="{D0AD113F-F4AB-4ED9-B47D-E5ED6FFFB1B8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A30E3C69-6DC0-4258-B36E-F604CF9EF3AD}" type="pres">
      <dgm:prSet presAssocID="{D0AD113F-F4AB-4ED9-B47D-E5ED6FFFB1B8}" presName="iconSpace" presStyleCnt="0"/>
      <dgm:spPr/>
    </dgm:pt>
    <dgm:pt modelId="{AE22D1B2-1BD8-4E29-8E1A-3EA79CCD1A3C}" type="pres">
      <dgm:prSet presAssocID="{D0AD113F-F4AB-4ED9-B47D-E5ED6FFFB1B8}" presName="parTx" presStyleLbl="revTx" presStyleIdx="0" presStyleCnt="10">
        <dgm:presLayoutVars>
          <dgm:chMax val="0"/>
          <dgm:chPref val="0"/>
        </dgm:presLayoutVars>
      </dgm:prSet>
      <dgm:spPr/>
    </dgm:pt>
    <dgm:pt modelId="{19462C63-BFAE-4734-9507-BF99D33E1657}" type="pres">
      <dgm:prSet presAssocID="{D0AD113F-F4AB-4ED9-B47D-E5ED6FFFB1B8}" presName="txSpace" presStyleCnt="0"/>
      <dgm:spPr/>
    </dgm:pt>
    <dgm:pt modelId="{0684BEDC-119B-4BD6-A612-A7805D5ADE17}" type="pres">
      <dgm:prSet presAssocID="{D0AD113F-F4AB-4ED9-B47D-E5ED6FFFB1B8}" presName="desTx" presStyleLbl="revTx" presStyleIdx="1" presStyleCnt="10">
        <dgm:presLayoutVars/>
      </dgm:prSet>
      <dgm:spPr/>
    </dgm:pt>
    <dgm:pt modelId="{323C2275-88C5-413E-806D-B8BAC6C4E59B}" type="pres">
      <dgm:prSet presAssocID="{A3D8C348-4B15-4320-A061-C03BEED14E54}" presName="sibTrans" presStyleCnt="0"/>
      <dgm:spPr/>
    </dgm:pt>
    <dgm:pt modelId="{70D886CA-88A7-4E32-B4EB-A32AA90FAC24}" type="pres">
      <dgm:prSet presAssocID="{2E219297-D3FB-4324-B4B9-7F077658E879}" presName="compNode" presStyleCnt="0"/>
      <dgm:spPr/>
    </dgm:pt>
    <dgm:pt modelId="{E9F8B575-3F0C-426A-91F0-9A5274987AE4}" type="pres">
      <dgm:prSet presAssocID="{2E219297-D3FB-4324-B4B9-7F077658E87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und"/>
        </a:ext>
      </dgm:extLst>
    </dgm:pt>
    <dgm:pt modelId="{8B15C994-6CDB-4376-96D7-AF0CA0B9626A}" type="pres">
      <dgm:prSet presAssocID="{2E219297-D3FB-4324-B4B9-7F077658E879}" presName="iconSpace" presStyleCnt="0"/>
      <dgm:spPr/>
    </dgm:pt>
    <dgm:pt modelId="{39FBBB16-EE0B-4055-9F47-EC1A1B0874C0}" type="pres">
      <dgm:prSet presAssocID="{2E219297-D3FB-4324-B4B9-7F077658E879}" presName="parTx" presStyleLbl="revTx" presStyleIdx="2" presStyleCnt="10">
        <dgm:presLayoutVars>
          <dgm:chMax val="0"/>
          <dgm:chPref val="0"/>
        </dgm:presLayoutVars>
      </dgm:prSet>
      <dgm:spPr/>
    </dgm:pt>
    <dgm:pt modelId="{2CBAF224-AF10-44E9-AAE9-D236FFB9778A}" type="pres">
      <dgm:prSet presAssocID="{2E219297-D3FB-4324-B4B9-7F077658E879}" presName="txSpace" presStyleCnt="0"/>
      <dgm:spPr/>
    </dgm:pt>
    <dgm:pt modelId="{AF92AB4C-64DE-48FB-8579-7CE7087D2CA2}" type="pres">
      <dgm:prSet presAssocID="{2E219297-D3FB-4324-B4B9-7F077658E879}" presName="desTx" presStyleLbl="revTx" presStyleIdx="3" presStyleCnt="10">
        <dgm:presLayoutVars/>
      </dgm:prSet>
      <dgm:spPr/>
    </dgm:pt>
    <dgm:pt modelId="{0AABBF59-945D-402F-B7C2-0C79F2C846BE}" type="pres">
      <dgm:prSet presAssocID="{BDAA5D32-A9AD-466D-86D4-338B59D7E7B1}" presName="sibTrans" presStyleCnt="0"/>
      <dgm:spPr/>
    </dgm:pt>
    <dgm:pt modelId="{2E0C9315-8184-463E-8368-9076DE565370}" type="pres">
      <dgm:prSet presAssocID="{FCFE0B40-0E92-4547-BE92-27C84BF55F29}" presName="compNode" presStyleCnt="0"/>
      <dgm:spPr/>
    </dgm:pt>
    <dgm:pt modelId="{A57D7B8E-FF81-468F-A747-9BDFADB31CF0}" type="pres">
      <dgm:prSet presAssocID="{FCFE0B40-0E92-4547-BE92-27C84BF55F29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2182C810-B14D-48DB-A377-B59641270744}" type="pres">
      <dgm:prSet presAssocID="{FCFE0B40-0E92-4547-BE92-27C84BF55F29}" presName="iconSpace" presStyleCnt="0"/>
      <dgm:spPr/>
    </dgm:pt>
    <dgm:pt modelId="{508EE373-CE7A-400C-A437-28C5B4079C2F}" type="pres">
      <dgm:prSet presAssocID="{FCFE0B40-0E92-4547-BE92-27C84BF55F29}" presName="parTx" presStyleLbl="revTx" presStyleIdx="4" presStyleCnt="10">
        <dgm:presLayoutVars>
          <dgm:chMax val="0"/>
          <dgm:chPref val="0"/>
        </dgm:presLayoutVars>
      </dgm:prSet>
      <dgm:spPr/>
    </dgm:pt>
    <dgm:pt modelId="{6CDE96E1-BA18-4C1A-AF90-8F23DA207C7C}" type="pres">
      <dgm:prSet presAssocID="{FCFE0B40-0E92-4547-BE92-27C84BF55F29}" presName="txSpace" presStyleCnt="0"/>
      <dgm:spPr/>
    </dgm:pt>
    <dgm:pt modelId="{96205691-ABA7-4C70-98D3-8482CE32FA9C}" type="pres">
      <dgm:prSet presAssocID="{FCFE0B40-0E92-4547-BE92-27C84BF55F29}" presName="desTx" presStyleLbl="revTx" presStyleIdx="5" presStyleCnt="10">
        <dgm:presLayoutVars/>
      </dgm:prSet>
      <dgm:spPr/>
    </dgm:pt>
    <dgm:pt modelId="{D52999ED-3E88-47F0-97AB-68C596B0D561}" type="pres">
      <dgm:prSet presAssocID="{E8D73603-E14B-4DE3-A186-711A39856646}" presName="sibTrans" presStyleCnt="0"/>
      <dgm:spPr/>
    </dgm:pt>
    <dgm:pt modelId="{417AEE43-B23D-422D-900F-4C6227979768}" type="pres">
      <dgm:prSet presAssocID="{74E634E7-062E-43D2-BA10-5786B3C25DAF}" presName="compNode" presStyleCnt="0"/>
      <dgm:spPr/>
    </dgm:pt>
    <dgm:pt modelId="{0EAF8364-9872-4D38-B97D-B748A2C76EF7}" type="pres">
      <dgm:prSet presAssocID="{74E634E7-062E-43D2-BA10-5786B3C25DAF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1C4224B-12D1-459F-986E-FE17EF4B2FFE}" type="pres">
      <dgm:prSet presAssocID="{74E634E7-062E-43D2-BA10-5786B3C25DAF}" presName="iconSpace" presStyleCnt="0"/>
      <dgm:spPr/>
    </dgm:pt>
    <dgm:pt modelId="{D1AF8B89-51B9-4884-8F41-CC0F964EAB86}" type="pres">
      <dgm:prSet presAssocID="{74E634E7-062E-43D2-BA10-5786B3C25DAF}" presName="parTx" presStyleLbl="revTx" presStyleIdx="6" presStyleCnt="10">
        <dgm:presLayoutVars>
          <dgm:chMax val="0"/>
          <dgm:chPref val="0"/>
        </dgm:presLayoutVars>
      </dgm:prSet>
      <dgm:spPr/>
    </dgm:pt>
    <dgm:pt modelId="{C4D39A4F-80A5-4E15-BBDB-35865ABF1379}" type="pres">
      <dgm:prSet presAssocID="{74E634E7-062E-43D2-BA10-5786B3C25DAF}" presName="txSpace" presStyleCnt="0"/>
      <dgm:spPr/>
    </dgm:pt>
    <dgm:pt modelId="{AFD65A7E-9610-414E-9586-0EB5E566CC58}" type="pres">
      <dgm:prSet presAssocID="{74E634E7-062E-43D2-BA10-5786B3C25DAF}" presName="desTx" presStyleLbl="revTx" presStyleIdx="7" presStyleCnt="10">
        <dgm:presLayoutVars/>
      </dgm:prSet>
      <dgm:spPr/>
    </dgm:pt>
    <dgm:pt modelId="{335AE31D-0E38-421F-A599-D14DC6507BE5}" type="pres">
      <dgm:prSet presAssocID="{BF129688-27F3-4C83-9A22-3A58399F30E7}" presName="sibTrans" presStyleCnt="0"/>
      <dgm:spPr/>
    </dgm:pt>
    <dgm:pt modelId="{DB82EC47-4A4C-4573-AE8D-9516E4B6C157}" type="pres">
      <dgm:prSet presAssocID="{6370E9FD-D5E2-42E7-9F5D-81371A10A817}" presName="compNode" presStyleCnt="0"/>
      <dgm:spPr/>
    </dgm:pt>
    <dgm:pt modelId="{1546AA3E-0361-474B-A0A0-2FA8968950FD}" type="pres">
      <dgm:prSet presAssocID="{6370E9FD-D5E2-42E7-9F5D-81371A10A81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7654694-95AA-4DFB-B9AA-1402036A2D57}" type="pres">
      <dgm:prSet presAssocID="{6370E9FD-D5E2-42E7-9F5D-81371A10A817}" presName="iconSpace" presStyleCnt="0"/>
      <dgm:spPr/>
    </dgm:pt>
    <dgm:pt modelId="{043CA283-D714-4C37-9598-16E013288D88}" type="pres">
      <dgm:prSet presAssocID="{6370E9FD-D5E2-42E7-9F5D-81371A10A817}" presName="parTx" presStyleLbl="revTx" presStyleIdx="8" presStyleCnt="10">
        <dgm:presLayoutVars>
          <dgm:chMax val="0"/>
          <dgm:chPref val="0"/>
        </dgm:presLayoutVars>
      </dgm:prSet>
      <dgm:spPr/>
    </dgm:pt>
    <dgm:pt modelId="{0FBA5BB6-0975-46AF-94AA-271A9CE6D4E4}" type="pres">
      <dgm:prSet presAssocID="{6370E9FD-D5E2-42E7-9F5D-81371A10A817}" presName="txSpace" presStyleCnt="0"/>
      <dgm:spPr/>
    </dgm:pt>
    <dgm:pt modelId="{744AAB8C-66A0-4933-9C64-65C5BC4A1E84}" type="pres">
      <dgm:prSet presAssocID="{6370E9FD-D5E2-42E7-9F5D-81371A10A817}" presName="desTx" presStyleLbl="revTx" presStyleIdx="9" presStyleCnt="10">
        <dgm:presLayoutVars/>
      </dgm:prSet>
      <dgm:spPr/>
    </dgm:pt>
  </dgm:ptLst>
  <dgm:cxnLst>
    <dgm:cxn modelId="{B8789509-C39F-49E2-BB8B-DED5D0386212}" type="presOf" srcId="{FCFE0B40-0E92-4547-BE92-27C84BF55F29}" destId="{508EE373-CE7A-400C-A437-28C5B4079C2F}" srcOrd="0" destOrd="0" presId="urn:microsoft.com/office/officeart/2018/5/layout/CenteredIconLabelDescriptionList"/>
    <dgm:cxn modelId="{1025A312-643D-4F24-954F-C53911CA87E7}" type="presOf" srcId="{6423339D-D621-4960-A86D-850C788D88D3}" destId="{96205691-ABA7-4C70-98D3-8482CE32FA9C}" srcOrd="0" destOrd="0" presId="urn:microsoft.com/office/officeart/2018/5/layout/CenteredIconLabelDescriptionList"/>
    <dgm:cxn modelId="{59280814-5BA7-4FAE-B9B8-892970450F25}" srcId="{08F04326-97C3-4B10-B71F-E0F7D30299E5}" destId="{2E219297-D3FB-4324-B4B9-7F077658E879}" srcOrd="1" destOrd="0" parTransId="{283EF920-76DF-4B38-9DAB-B0E43B236168}" sibTransId="{BDAA5D32-A9AD-466D-86D4-338B59D7E7B1}"/>
    <dgm:cxn modelId="{B2A7F321-7658-4F85-BFEB-D46B03410AA3}" type="presOf" srcId="{74E634E7-062E-43D2-BA10-5786B3C25DAF}" destId="{D1AF8B89-51B9-4884-8F41-CC0F964EAB86}" srcOrd="0" destOrd="0" presId="urn:microsoft.com/office/officeart/2018/5/layout/CenteredIconLabelDescriptionList"/>
    <dgm:cxn modelId="{E1DCB83E-1668-42C1-972B-A4FD804879E6}" srcId="{FCFE0B40-0E92-4547-BE92-27C84BF55F29}" destId="{6423339D-D621-4960-A86D-850C788D88D3}" srcOrd="0" destOrd="0" parTransId="{14CB9A8D-4841-4ACE-97D4-D20E9BA288A6}" sibTransId="{9C9DACEE-82B2-49EF-BFDE-1E4EDDA1B0C6}"/>
    <dgm:cxn modelId="{38E4F15E-394E-4370-943C-D99D4B833886}" srcId="{08F04326-97C3-4B10-B71F-E0F7D30299E5}" destId="{6370E9FD-D5E2-42E7-9F5D-81371A10A817}" srcOrd="4" destOrd="0" parTransId="{2AE81676-8125-405A-992F-40F6955CC8D5}" sibTransId="{5115D143-5D65-47FB-AD4C-C8422EE6084A}"/>
    <dgm:cxn modelId="{75383967-B7FA-4BFE-A839-4DEAF62DC52A}" type="presOf" srcId="{D0AD113F-F4AB-4ED9-B47D-E5ED6FFFB1B8}" destId="{AE22D1B2-1BD8-4E29-8E1A-3EA79CCD1A3C}" srcOrd="0" destOrd="0" presId="urn:microsoft.com/office/officeart/2018/5/layout/CenteredIconLabelDescriptionList"/>
    <dgm:cxn modelId="{58A19771-3A6D-4C03-8361-A42218C75026}" srcId="{08F04326-97C3-4B10-B71F-E0F7D30299E5}" destId="{FCFE0B40-0E92-4547-BE92-27C84BF55F29}" srcOrd="2" destOrd="0" parTransId="{8076F75D-1028-40C6-BB66-2A87790F05D8}" sibTransId="{E8D73603-E14B-4DE3-A186-711A39856646}"/>
    <dgm:cxn modelId="{BB915473-60B5-4EF2-9943-858FDE75EF04}" type="presOf" srcId="{6370E9FD-D5E2-42E7-9F5D-81371A10A817}" destId="{043CA283-D714-4C37-9598-16E013288D88}" srcOrd="0" destOrd="0" presId="urn:microsoft.com/office/officeart/2018/5/layout/CenteredIconLabelDescriptionList"/>
    <dgm:cxn modelId="{0D75205A-D1DD-4C7F-803E-C6C0A8BC3307}" type="presOf" srcId="{08F04326-97C3-4B10-B71F-E0F7D30299E5}" destId="{886600B4-DE49-4B1D-A3B1-0B67324687B0}" srcOrd="0" destOrd="0" presId="urn:microsoft.com/office/officeart/2018/5/layout/CenteredIconLabelDescriptionList"/>
    <dgm:cxn modelId="{375D708E-741C-4241-B56B-D7C3E43B9CB8}" srcId="{08F04326-97C3-4B10-B71F-E0F7D30299E5}" destId="{74E634E7-062E-43D2-BA10-5786B3C25DAF}" srcOrd="3" destOrd="0" parTransId="{1C1CEFA6-EEAE-42CF-A5D0-A8798DD5BF0B}" sibTransId="{BF129688-27F3-4C83-9A22-3A58399F30E7}"/>
    <dgm:cxn modelId="{632E83A6-BA42-489D-8581-8050FCBD1713}" type="presOf" srcId="{2E219297-D3FB-4324-B4B9-7F077658E879}" destId="{39FBBB16-EE0B-4055-9F47-EC1A1B0874C0}" srcOrd="0" destOrd="0" presId="urn:microsoft.com/office/officeart/2018/5/layout/CenteredIconLabelDescriptionList"/>
    <dgm:cxn modelId="{24B42CFF-4B17-4807-8ACC-675644D2A473}" srcId="{08F04326-97C3-4B10-B71F-E0F7D30299E5}" destId="{D0AD113F-F4AB-4ED9-B47D-E5ED6FFFB1B8}" srcOrd="0" destOrd="0" parTransId="{DEB576B7-511C-4AEA-A67B-3389E84A827B}" sibTransId="{A3D8C348-4B15-4320-A061-C03BEED14E54}"/>
    <dgm:cxn modelId="{FEE9D355-CEBB-4B26-A12F-5B3C1DE3539E}" type="presParOf" srcId="{886600B4-DE49-4B1D-A3B1-0B67324687B0}" destId="{37D35E7E-DE89-45A6-A3E9-40D7ACC5247B}" srcOrd="0" destOrd="0" presId="urn:microsoft.com/office/officeart/2018/5/layout/CenteredIconLabelDescriptionList"/>
    <dgm:cxn modelId="{977EA426-3A31-4C57-A3C7-831A5C4B1036}" type="presParOf" srcId="{37D35E7E-DE89-45A6-A3E9-40D7ACC5247B}" destId="{43BBCC26-1EE9-4352-BB33-9A7276669711}" srcOrd="0" destOrd="0" presId="urn:microsoft.com/office/officeart/2018/5/layout/CenteredIconLabelDescriptionList"/>
    <dgm:cxn modelId="{FB526C5B-A5DE-4DCA-957A-DDC7E7EFB7A0}" type="presParOf" srcId="{37D35E7E-DE89-45A6-A3E9-40D7ACC5247B}" destId="{A30E3C69-6DC0-4258-B36E-F604CF9EF3AD}" srcOrd="1" destOrd="0" presId="urn:microsoft.com/office/officeart/2018/5/layout/CenteredIconLabelDescriptionList"/>
    <dgm:cxn modelId="{DDC399F2-08C8-4712-97A3-35B47CE5AB85}" type="presParOf" srcId="{37D35E7E-DE89-45A6-A3E9-40D7ACC5247B}" destId="{AE22D1B2-1BD8-4E29-8E1A-3EA79CCD1A3C}" srcOrd="2" destOrd="0" presId="urn:microsoft.com/office/officeart/2018/5/layout/CenteredIconLabelDescriptionList"/>
    <dgm:cxn modelId="{1F0E001F-7150-4B8C-91BB-5DCDE6DC732A}" type="presParOf" srcId="{37D35E7E-DE89-45A6-A3E9-40D7ACC5247B}" destId="{19462C63-BFAE-4734-9507-BF99D33E1657}" srcOrd="3" destOrd="0" presId="urn:microsoft.com/office/officeart/2018/5/layout/CenteredIconLabelDescriptionList"/>
    <dgm:cxn modelId="{325E48FF-185E-47E8-AFF9-2CFBA109F04D}" type="presParOf" srcId="{37D35E7E-DE89-45A6-A3E9-40D7ACC5247B}" destId="{0684BEDC-119B-4BD6-A612-A7805D5ADE17}" srcOrd="4" destOrd="0" presId="urn:microsoft.com/office/officeart/2018/5/layout/CenteredIconLabelDescriptionList"/>
    <dgm:cxn modelId="{3EEEFB81-454C-4F7E-AC0C-7B8895EEF9DD}" type="presParOf" srcId="{886600B4-DE49-4B1D-A3B1-0B67324687B0}" destId="{323C2275-88C5-413E-806D-B8BAC6C4E59B}" srcOrd="1" destOrd="0" presId="urn:microsoft.com/office/officeart/2018/5/layout/CenteredIconLabelDescriptionList"/>
    <dgm:cxn modelId="{44915A74-66B2-409F-A701-67CA78C771CD}" type="presParOf" srcId="{886600B4-DE49-4B1D-A3B1-0B67324687B0}" destId="{70D886CA-88A7-4E32-B4EB-A32AA90FAC24}" srcOrd="2" destOrd="0" presId="urn:microsoft.com/office/officeart/2018/5/layout/CenteredIconLabelDescriptionList"/>
    <dgm:cxn modelId="{C134A7C5-05D4-4886-A753-1F589A5C2419}" type="presParOf" srcId="{70D886CA-88A7-4E32-B4EB-A32AA90FAC24}" destId="{E9F8B575-3F0C-426A-91F0-9A5274987AE4}" srcOrd="0" destOrd="0" presId="urn:microsoft.com/office/officeart/2018/5/layout/CenteredIconLabelDescriptionList"/>
    <dgm:cxn modelId="{C3FA9087-07CF-4A1B-8680-A54E3534876C}" type="presParOf" srcId="{70D886CA-88A7-4E32-B4EB-A32AA90FAC24}" destId="{8B15C994-6CDB-4376-96D7-AF0CA0B9626A}" srcOrd="1" destOrd="0" presId="urn:microsoft.com/office/officeart/2018/5/layout/CenteredIconLabelDescriptionList"/>
    <dgm:cxn modelId="{9CEA4A7D-198A-4F81-9AE0-D93C94BC7F6E}" type="presParOf" srcId="{70D886CA-88A7-4E32-B4EB-A32AA90FAC24}" destId="{39FBBB16-EE0B-4055-9F47-EC1A1B0874C0}" srcOrd="2" destOrd="0" presId="urn:microsoft.com/office/officeart/2018/5/layout/CenteredIconLabelDescriptionList"/>
    <dgm:cxn modelId="{5C014AA2-91CA-42F4-B8A4-4EBFB65BD87C}" type="presParOf" srcId="{70D886CA-88A7-4E32-B4EB-A32AA90FAC24}" destId="{2CBAF224-AF10-44E9-AAE9-D236FFB9778A}" srcOrd="3" destOrd="0" presId="urn:microsoft.com/office/officeart/2018/5/layout/CenteredIconLabelDescriptionList"/>
    <dgm:cxn modelId="{02B76F7A-9CE9-4D32-86BA-F08337117324}" type="presParOf" srcId="{70D886CA-88A7-4E32-B4EB-A32AA90FAC24}" destId="{AF92AB4C-64DE-48FB-8579-7CE7087D2CA2}" srcOrd="4" destOrd="0" presId="urn:microsoft.com/office/officeart/2018/5/layout/CenteredIconLabelDescriptionList"/>
    <dgm:cxn modelId="{8C2435D2-0F9D-469B-9039-52DD263C4A1F}" type="presParOf" srcId="{886600B4-DE49-4B1D-A3B1-0B67324687B0}" destId="{0AABBF59-945D-402F-B7C2-0C79F2C846BE}" srcOrd="3" destOrd="0" presId="urn:microsoft.com/office/officeart/2018/5/layout/CenteredIconLabelDescriptionList"/>
    <dgm:cxn modelId="{1A155DD1-3B97-420C-9DAE-63CCF0C994E6}" type="presParOf" srcId="{886600B4-DE49-4B1D-A3B1-0B67324687B0}" destId="{2E0C9315-8184-463E-8368-9076DE565370}" srcOrd="4" destOrd="0" presId="urn:microsoft.com/office/officeart/2018/5/layout/CenteredIconLabelDescriptionList"/>
    <dgm:cxn modelId="{2198B7D3-A4A2-4428-972E-DB13C163722F}" type="presParOf" srcId="{2E0C9315-8184-463E-8368-9076DE565370}" destId="{A57D7B8E-FF81-468F-A747-9BDFADB31CF0}" srcOrd="0" destOrd="0" presId="urn:microsoft.com/office/officeart/2018/5/layout/CenteredIconLabelDescriptionList"/>
    <dgm:cxn modelId="{5C1B0F8E-8ABA-4059-B3A7-922B54B91CC6}" type="presParOf" srcId="{2E0C9315-8184-463E-8368-9076DE565370}" destId="{2182C810-B14D-48DB-A377-B59641270744}" srcOrd="1" destOrd="0" presId="urn:microsoft.com/office/officeart/2018/5/layout/CenteredIconLabelDescriptionList"/>
    <dgm:cxn modelId="{D0F52943-627F-4DD2-9B3B-89D1AB6C9A74}" type="presParOf" srcId="{2E0C9315-8184-463E-8368-9076DE565370}" destId="{508EE373-CE7A-400C-A437-28C5B4079C2F}" srcOrd="2" destOrd="0" presId="urn:microsoft.com/office/officeart/2018/5/layout/CenteredIconLabelDescriptionList"/>
    <dgm:cxn modelId="{23527611-B842-44CC-8D62-384211827F8C}" type="presParOf" srcId="{2E0C9315-8184-463E-8368-9076DE565370}" destId="{6CDE96E1-BA18-4C1A-AF90-8F23DA207C7C}" srcOrd="3" destOrd="0" presId="urn:microsoft.com/office/officeart/2018/5/layout/CenteredIconLabelDescriptionList"/>
    <dgm:cxn modelId="{9D1F4CC2-707B-4853-AD10-05F2EEA8B2B1}" type="presParOf" srcId="{2E0C9315-8184-463E-8368-9076DE565370}" destId="{96205691-ABA7-4C70-98D3-8482CE32FA9C}" srcOrd="4" destOrd="0" presId="urn:microsoft.com/office/officeart/2018/5/layout/CenteredIconLabelDescriptionList"/>
    <dgm:cxn modelId="{96DEFEF2-9B10-406C-8091-B626E7EC88E6}" type="presParOf" srcId="{886600B4-DE49-4B1D-A3B1-0B67324687B0}" destId="{D52999ED-3E88-47F0-97AB-68C596B0D561}" srcOrd="5" destOrd="0" presId="urn:microsoft.com/office/officeart/2018/5/layout/CenteredIconLabelDescriptionList"/>
    <dgm:cxn modelId="{C6420B59-DEDB-4791-B283-F7672122A8E5}" type="presParOf" srcId="{886600B4-DE49-4B1D-A3B1-0B67324687B0}" destId="{417AEE43-B23D-422D-900F-4C6227979768}" srcOrd="6" destOrd="0" presId="urn:microsoft.com/office/officeart/2018/5/layout/CenteredIconLabelDescriptionList"/>
    <dgm:cxn modelId="{67039808-67BC-49D8-A4E1-129B7922F415}" type="presParOf" srcId="{417AEE43-B23D-422D-900F-4C6227979768}" destId="{0EAF8364-9872-4D38-B97D-B748A2C76EF7}" srcOrd="0" destOrd="0" presId="urn:microsoft.com/office/officeart/2018/5/layout/CenteredIconLabelDescriptionList"/>
    <dgm:cxn modelId="{8AD1B4D1-CC55-4EC7-BFC4-66725F7B8DC5}" type="presParOf" srcId="{417AEE43-B23D-422D-900F-4C6227979768}" destId="{F1C4224B-12D1-459F-986E-FE17EF4B2FFE}" srcOrd="1" destOrd="0" presId="urn:microsoft.com/office/officeart/2018/5/layout/CenteredIconLabelDescriptionList"/>
    <dgm:cxn modelId="{FC43F7FF-E27D-4E63-9AFF-89FF70A09A1D}" type="presParOf" srcId="{417AEE43-B23D-422D-900F-4C6227979768}" destId="{D1AF8B89-51B9-4884-8F41-CC0F964EAB86}" srcOrd="2" destOrd="0" presId="urn:microsoft.com/office/officeart/2018/5/layout/CenteredIconLabelDescriptionList"/>
    <dgm:cxn modelId="{F89C2F2E-B10F-4897-BCA1-A1D8A516E7D7}" type="presParOf" srcId="{417AEE43-B23D-422D-900F-4C6227979768}" destId="{C4D39A4F-80A5-4E15-BBDB-35865ABF1379}" srcOrd="3" destOrd="0" presId="urn:microsoft.com/office/officeart/2018/5/layout/CenteredIconLabelDescriptionList"/>
    <dgm:cxn modelId="{5428310D-88E3-45E5-B037-492E2CDDEFD8}" type="presParOf" srcId="{417AEE43-B23D-422D-900F-4C6227979768}" destId="{AFD65A7E-9610-414E-9586-0EB5E566CC58}" srcOrd="4" destOrd="0" presId="urn:microsoft.com/office/officeart/2018/5/layout/CenteredIconLabelDescriptionList"/>
    <dgm:cxn modelId="{373FFB4F-4D68-417B-9B86-4B2581FD17CD}" type="presParOf" srcId="{886600B4-DE49-4B1D-A3B1-0B67324687B0}" destId="{335AE31D-0E38-421F-A599-D14DC6507BE5}" srcOrd="7" destOrd="0" presId="urn:microsoft.com/office/officeart/2018/5/layout/CenteredIconLabelDescriptionList"/>
    <dgm:cxn modelId="{E3211B42-0551-45CE-93B6-E2934EFC3216}" type="presParOf" srcId="{886600B4-DE49-4B1D-A3B1-0B67324687B0}" destId="{DB82EC47-4A4C-4573-AE8D-9516E4B6C157}" srcOrd="8" destOrd="0" presId="urn:microsoft.com/office/officeart/2018/5/layout/CenteredIconLabelDescriptionList"/>
    <dgm:cxn modelId="{1491F2F8-CC5E-4045-B905-DAD7D4A5A4DA}" type="presParOf" srcId="{DB82EC47-4A4C-4573-AE8D-9516E4B6C157}" destId="{1546AA3E-0361-474B-A0A0-2FA8968950FD}" srcOrd="0" destOrd="0" presId="urn:microsoft.com/office/officeart/2018/5/layout/CenteredIconLabelDescriptionList"/>
    <dgm:cxn modelId="{39459C62-FCE4-447E-B445-26682818CE01}" type="presParOf" srcId="{DB82EC47-4A4C-4573-AE8D-9516E4B6C157}" destId="{27654694-95AA-4DFB-B9AA-1402036A2D57}" srcOrd="1" destOrd="0" presId="urn:microsoft.com/office/officeart/2018/5/layout/CenteredIconLabelDescriptionList"/>
    <dgm:cxn modelId="{2B9CF7CA-1BFB-4ABB-82F8-159D169C4A72}" type="presParOf" srcId="{DB82EC47-4A4C-4573-AE8D-9516E4B6C157}" destId="{043CA283-D714-4C37-9598-16E013288D88}" srcOrd="2" destOrd="0" presId="urn:microsoft.com/office/officeart/2018/5/layout/CenteredIconLabelDescriptionList"/>
    <dgm:cxn modelId="{B6587F03-8FBE-4363-AC34-FE7C145729A5}" type="presParOf" srcId="{DB82EC47-4A4C-4573-AE8D-9516E4B6C157}" destId="{0FBA5BB6-0975-46AF-94AA-271A9CE6D4E4}" srcOrd="3" destOrd="0" presId="urn:microsoft.com/office/officeart/2018/5/layout/CenteredIconLabelDescriptionList"/>
    <dgm:cxn modelId="{7FB771F3-9245-4CF4-A6EC-4E673C414202}" type="presParOf" srcId="{DB82EC47-4A4C-4573-AE8D-9516E4B6C157}" destId="{744AAB8C-66A0-4933-9C64-65C5BC4A1E8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FEB250E-5B5E-4ED1-87FF-5B9B397C780C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9C21EAF-75E4-4D1B-B5C2-84B520BC2C0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Elite teams deploy many times per day.</a:t>
          </a:r>
        </a:p>
      </dgm:t>
    </dgm:pt>
    <dgm:pt modelId="{82DA7AE3-BE04-4790-A848-F24F1AB4237F}" type="parTrans" cxnId="{00EE7EAF-675B-43BA-9A9D-9C90F5A9C626}">
      <dgm:prSet/>
      <dgm:spPr/>
      <dgm:t>
        <a:bodyPr/>
        <a:lstStyle/>
        <a:p>
          <a:endParaRPr lang="en-US"/>
        </a:p>
      </dgm:t>
    </dgm:pt>
    <dgm:pt modelId="{FF0E2F32-AD24-4901-A63D-67592C5D03C6}" type="sibTrans" cxnId="{00EE7EAF-675B-43BA-9A9D-9C90F5A9C626}">
      <dgm:prSet/>
      <dgm:spPr/>
      <dgm:t>
        <a:bodyPr/>
        <a:lstStyle/>
        <a:p>
          <a:endParaRPr lang="en-US"/>
        </a:p>
      </dgm:t>
    </dgm:pt>
    <dgm:pt modelId="{AFE3B666-36F2-42DA-A9EA-81A23E28C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use CI CD pipelines. </a:t>
          </a:r>
        </a:p>
      </dgm:t>
    </dgm:pt>
    <dgm:pt modelId="{BB54F266-44C1-4B44-B7D3-EB26C7857AA8}" type="parTrans" cxnId="{2F2A6D01-EE33-4690-84D3-1B0264B1A563}">
      <dgm:prSet/>
      <dgm:spPr/>
      <dgm:t>
        <a:bodyPr/>
        <a:lstStyle/>
        <a:p>
          <a:endParaRPr lang="en-US"/>
        </a:p>
      </dgm:t>
    </dgm:pt>
    <dgm:pt modelId="{758CC00C-514A-4AA1-9111-36DEC98D33A6}" type="sibTrans" cxnId="{2F2A6D01-EE33-4690-84D3-1B0264B1A563}">
      <dgm:prSet/>
      <dgm:spPr/>
      <dgm:t>
        <a:bodyPr/>
        <a:lstStyle/>
        <a:p>
          <a:endParaRPr lang="en-US"/>
        </a:p>
      </dgm:t>
    </dgm:pt>
    <dgm:pt modelId="{0BF47CA5-AAC2-44A5-8E49-7B4F698C0F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use automated testing and security checks.</a:t>
          </a:r>
        </a:p>
      </dgm:t>
    </dgm:pt>
    <dgm:pt modelId="{5C3888C0-F82D-4948-8FC3-33BCCB8FDBDC}" type="parTrans" cxnId="{5E60B8EF-AD25-43FA-A282-3A4BE3D77BBD}">
      <dgm:prSet/>
      <dgm:spPr/>
      <dgm:t>
        <a:bodyPr/>
        <a:lstStyle/>
        <a:p>
          <a:endParaRPr lang="en-US"/>
        </a:p>
      </dgm:t>
    </dgm:pt>
    <dgm:pt modelId="{8C438FDD-0E6C-49D6-AA8D-68C6BDC8E6B2}" type="sibTrans" cxnId="{5E60B8EF-AD25-43FA-A282-3A4BE3D77BBD}">
      <dgm:prSet/>
      <dgm:spPr/>
      <dgm:t>
        <a:bodyPr/>
        <a:lstStyle/>
        <a:p>
          <a:endParaRPr lang="en-US"/>
        </a:p>
      </dgm:t>
    </dgm:pt>
    <dgm:pt modelId="{16B93C6A-1FAD-477D-B999-91685E055F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work in small batch sizes.</a:t>
          </a:r>
        </a:p>
      </dgm:t>
    </dgm:pt>
    <dgm:pt modelId="{06AD10A6-A83E-41B7-ACEF-93F153E4DFD2}" type="parTrans" cxnId="{2D912D9E-DA18-4069-962F-4A729FB931F7}">
      <dgm:prSet/>
      <dgm:spPr/>
      <dgm:t>
        <a:bodyPr/>
        <a:lstStyle/>
        <a:p>
          <a:endParaRPr lang="en-US"/>
        </a:p>
      </dgm:t>
    </dgm:pt>
    <dgm:pt modelId="{44D70D91-83F5-471F-A7D3-A7C82C9FBA78}" type="sibTrans" cxnId="{2D912D9E-DA18-4069-962F-4A729FB931F7}">
      <dgm:prSet/>
      <dgm:spPr/>
      <dgm:t>
        <a:bodyPr/>
        <a:lstStyle/>
        <a:p>
          <a:endParaRPr lang="en-US"/>
        </a:p>
      </dgm:t>
    </dgm:pt>
    <dgm:pt modelId="{5AAFD673-42B6-4A3B-B741-A475D828F13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They don’t do giant deployments</a:t>
          </a:r>
        </a:p>
      </dgm:t>
    </dgm:pt>
    <dgm:pt modelId="{57814C1A-DACB-4729-BB39-5B7898AC4F89}" type="parTrans" cxnId="{2A83044F-F975-4B27-A425-2F6D5C914318}">
      <dgm:prSet/>
      <dgm:spPr/>
      <dgm:t>
        <a:bodyPr/>
        <a:lstStyle/>
        <a:p>
          <a:endParaRPr lang="en-US"/>
        </a:p>
      </dgm:t>
    </dgm:pt>
    <dgm:pt modelId="{D9883B71-2126-4707-8182-423032E49632}" type="sibTrans" cxnId="{2A83044F-F975-4B27-A425-2F6D5C914318}">
      <dgm:prSet/>
      <dgm:spPr/>
      <dgm:t>
        <a:bodyPr/>
        <a:lstStyle/>
        <a:p>
          <a:endParaRPr lang="en-US"/>
        </a:p>
      </dgm:t>
    </dgm:pt>
    <dgm:pt modelId="{B26575DA-8C9D-4B50-B2B0-81EC102AC979}" type="pres">
      <dgm:prSet presAssocID="{CFEB250E-5B5E-4ED1-87FF-5B9B397C780C}" presName="Name0" presStyleCnt="0">
        <dgm:presLayoutVars>
          <dgm:dir/>
          <dgm:animLvl val="lvl"/>
          <dgm:resizeHandles val="exact"/>
        </dgm:presLayoutVars>
      </dgm:prSet>
      <dgm:spPr/>
    </dgm:pt>
    <dgm:pt modelId="{AE19C294-A1F1-455E-9F2F-D4A74512AD40}" type="pres">
      <dgm:prSet presAssocID="{59C21EAF-75E4-4D1B-B5C2-84B520BC2C0A}" presName="linNode" presStyleCnt="0"/>
      <dgm:spPr/>
    </dgm:pt>
    <dgm:pt modelId="{EE7361A5-5D9C-416F-B8FF-6C1E296CAC67}" type="pres">
      <dgm:prSet presAssocID="{59C21EAF-75E4-4D1B-B5C2-84B520BC2C0A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6BB28EFB-48E2-44AC-8148-4D7FB01EE275}" type="pres">
      <dgm:prSet presAssocID="{FF0E2F32-AD24-4901-A63D-67592C5D03C6}" presName="sp" presStyleCnt="0"/>
      <dgm:spPr/>
    </dgm:pt>
    <dgm:pt modelId="{CD3CBB4B-3168-4384-90E5-BEBD2D3E9485}" type="pres">
      <dgm:prSet presAssocID="{AFE3B666-36F2-42DA-A9EA-81A23E28C608}" presName="linNode" presStyleCnt="0"/>
      <dgm:spPr/>
    </dgm:pt>
    <dgm:pt modelId="{3CD59986-73DB-436E-9C1B-D5ACD944DAF0}" type="pres">
      <dgm:prSet presAssocID="{AFE3B666-36F2-42DA-A9EA-81A23E28C608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3471334B-F337-42E8-B030-B5A6862A8A5F}" type="pres">
      <dgm:prSet presAssocID="{758CC00C-514A-4AA1-9111-36DEC98D33A6}" presName="sp" presStyleCnt="0"/>
      <dgm:spPr/>
    </dgm:pt>
    <dgm:pt modelId="{783052C0-42FB-4C35-A735-6DF50F03761A}" type="pres">
      <dgm:prSet presAssocID="{0BF47CA5-AAC2-44A5-8E49-7B4F698C0FB3}" presName="linNode" presStyleCnt="0"/>
      <dgm:spPr/>
    </dgm:pt>
    <dgm:pt modelId="{52740173-79E2-40DE-A950-534F2C82FBEA}" type="pres">
      <dgm:prSet presAssocID="{0BF47CA5-AAC2-44A5-8E49-7B4F698C0FB3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9AA6A932-59D0-42A9-A591-6FBB9E18FD74}" type="pres">
      <dgm:prSet presAssocID="{8C438FDD-0E6C-49D6-AA8D-68C6BDC8E6B2}" presName="sp" presStyleCnt="0"/>
      <dgm:spPr/>
    </dgm:pt>
    <dgm:pt modelId="{AA0F0E5D-8911-4BAD-B8DB-93AE933D1178}" type="pres">
      <dgm:prSet presAssocID="{16B93C6A-1FAD-477D-B999-91685E055FB2}" presName="linNode" presStyleCnt="0"/>
      <dgm:spPr/>
    </dgm:pt>
    <dgm:pt modelId="{775E2E1E-B8D7-4F0D-8700-5CEFEA1FB92F}" type="pres">
      <dgm:prSet presAssocID="{16B93C6A-1FAD-477D-B999-91685E055FB2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4B5BC658-7B54-4EC0-8A9A-A0D6A8E13A41}" type="pres">
      <dgm:prSet presAssocID="{16B93C6A-1FAD-477D-B999-91685E055FB2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2F2A6D01-EE33-4690-84D3-1B0264B1A563}" srcId="{CFEB250E-5B5E-4ED1-87FF-5B9B397C780C}" destId="{AFE3B666-36F2-42DA-A9EA-81A23E28C608}" srcOrd="1" destOrd="0" parTransId="{BB54F266-44C1-4B44-B7D3-EB26C7857AA8}" sibTransId="{758CC00C-514A-4AA1-9111-36DEC98D33A6}"/>
    <dgm:cxn modelId="{2A83044F-F975-4B27-A425-2F6D5C914318}" srcId="{16B93C6A-1FAD-477D-B999-91685E055FB2}" destId="{5AAFD673-42B6-4A3B-B741-A475D828F139}" srcOrd="0" destOrd="0" parTransId="{57814C1A-DACB-4729-BB39-5B7898AC4F89}" sibTransId="{D9883B71-2126-4707-8182-423032E49632}"/>
    <dgm:cxn modelId="{C9815872-92FB-4A17-8CBC-9A6458CDFC12}" type="presOf" srcId="{16B93C6A-1FAD-477D-B999-91685E055FB2}" destId="{775E2E1E-B8D7-4F0D-8700-5CEFEA1FB92F}" srcOrd="0" destOrd="0" presId="urn:microsoft.com/office/officeart/2005/8/layout/vList5"/>
    <dgm:cxn modelId="{AD752A75-B2C6-4177-B97A-275EBAFCF6F3}" type="presOf" srcId="{AFE3B666-36F2-42DA-A9EA-81A23E28C608}" destId="{3CD59986-73DB-436E-9C1B-D5ACD944DAF0}" srcOrd="0" destOrd="0" presId="urn:microsoft.com/office/officeart/2005/8/layout/vList5"/>
    <dgm:cxn modelId="{D98CE887-5FAB-4108-BB65-1ECA353E56BD}" type="presOf" srcId="{CFEB250E-5B5E-4ED1-87FF-5B9B397C780C}" destId="{B26575DA-8C9D-4B50-B2B0-81EC102AC979}" srcOrd="0" destOrd="0" presId="urn:microsoft.com/office/officeart/2005/8/layout/vList5"/>
    <dgm:cxn modelId="{2D912D9E-DA18-4069-962F-4A729FB931F7}" srcId="{CFEB250E-5B5E-4ED1-87FF-5B9B397C780C}" destId="{16B93C6A-1FAD-477D-B999-91685E055FB2}" srcOrd="3" destOrd="0" parTransId="{06AD10A6-A83E-41B7-ACEF-93F153E4DFD2}" sibTransId="{44D70D91-83F5-471F-A7D3-A7C82C9FBA78}"/>
    <dgm:cxn modelId="{C622CBA6-251D-4668-AFC8-572C39BBE674}" type="presOf" srcId="{0BF47CA5-AAC2-44A5-8E49-7B4F698C0FB3}" destId="{52740173-79E2-40DE-A950-534F2C82FBEA}" srcOrd="0" destOrd="0" presId="urn:microsoft.com/office/officeart/2005/8/layout/vList5"/>
    <dgm:cxn modelId="{83525DAA-0681-4248-B9D5-D7834644AFF1}" type="presOf" srcId="{59C21EAF-75E4-4D1B-B5C2-84B520BC2C0A}" destId="{EE7361A5-5D9C-416F-B8FF-6C1E296CAC67}" srcOrd="0" destOrd="0" presId="urn:microsoft.com/office/officeart/2005/8/layout/vList5"/>
    <dgm:cxn modelId="{00EE7EAF-675B-43BA-9A9D-9C90F5A9C626}" srcId="{CFEB250E-5B5E-4ED1-87FF-5B9B397C780C}" destId="{59C21EAF-75E4-4D1B-B5C2-84B520BC2C0A}" srcOrd="0" destOrd="0" parTransId="{82DA7AE3-BE04-4790-A848-F24F1AB4237F}" sibTransId="{FF0E2F32-AD24-4901-A63D-67592C5D03C6}"/>
    <dgm:cxn modelId="{A7DBE9D0-0228-467C-8CAA-34C9E8348270}" type="presOf" srcId="{5AAFD673-42B6-4A3B-B741-A475D828F139}" destId="{4B5BC658-7B54-4EC0-8A9A-A0D6A8E13A41}" srcOrd="0" destOrd="0" presId="urn:microsoft.com/office/officeart/2005/8/layout/vList5"/>
    <dgm:cxn modelId="{5E60B8EF-AD25-43FA-A282-3A4BE3D77BBD}" srcId="{CFEB250E-5B5E-4ED1-87FF-5B9B397C780C}" destId="{0BF47CA5-AAC2-44A5-8E49-7B4F698C0FB3}" srcOrd="2" destOrd="0" parTransId="{5C3888C0-F82D-4948-8FC3-33BCCB8FDBDC}" sibTransId="{8C438FDD-0E6C-49D6-AA8D-68C6BDC8E6B2}"/>
    <dgm:cxn modelId="{13130346-E910-44F8-93EE-F93D0B8ADAEF}" type="presParOf" srcId="{B26575DA-8C9D-4B50-B2B0-81EC102AC979}" destId="{AE19C294-A1F1-455E-9F2F-D4A74512AD40}" srcOrd="0" destOrd="0" presId="urn:microsoft.com/office/officeart/2005/8/layout/vList5"/>
    <dgm:cxn modelId="{EF9AD0D2-BA29-455B-9F4F-4904006B23BD}" type="presParOf" srcId="{AE19C294-A1F1-455E-9F2F-D4A74512AD40}" destId="{EE7361A5-5D9C-416F-B8FF-6C1E296CAC67}" srcOrd="0" destOrd="0" presId="urn:microsoft.com/office/officeart/2005/8/layout/vList5"/>
    <dgm:cxn modelId="{C8513ADF-8FDD-4146-B05C-E5B3B29ED5EC}" type="presParOf" srcId="{B26575DA-8C9D-4B50-B2B0-81EC102AC979}" destId="{6BB28EFB-48E2-44AC-8148-4D7FB01EE275}" srcOrd="1" destOrd="0" presId="urn:microsoft.com/office/officeart/2005/8/layout/vList5"/>
    <dgm:cxn modelId="{003828BB-BFC8-458E-9607-EE6E9A0E1552}" type="presParOf" srcId="{B26575DA-8C9D-4B50-B2B0-81EC102AC979}" destId="{CD3CBB4B-3168-4384-90E5-BEBD2D3E9485}" srcOrd="2" destOrd="0" presId="urn:microsoft.com/office/officeart/2005/8/layout/vList5"/>
    <dgm:cxn modelId="{CE23C72E-1CEA-4B59-8F4C-9EA85C5430A0}" type="presParOf" srcId="{CD3CBB4B-3168-4384-90E5-BEBD2D3E9485}" destId="{3CD59986-73DB-436E-9C1B-D5ACD944DAF0}" srcOrd="0" destOrd="0" presId="urn:microsoft.com/office/officeart/2005/8/layout/vList5"/>
    <dgm:cxn modelId="{7A553CBC-1F91-411B-87AF-0BBF08FEFDD3}" type="presParOf" srcId="{B26575DA-8C9D-4B50-B2B0-81EC102AC979}" destId="{3471334B-F337-42E8-B030-B5A6862A8A5F}" srcOrd="3" destOrd="0" presId="urn:microsoft.com/office/officeart/2005/8/layout/vList5"/>
    <dgm:cxn modelId="{98138BBA-0E1F-45E9-9971-E09D028D66C3}" type="presParOf" srcId="{B26575DA-8C9D-4B50-B2B0-81EC102AC979}" destId="{783052C0-42FB-4C35-A735-6DF50F03761A}" srcOrd="4" destOrd="0" presId="urn:microsoft.com/office/officeart/2005/8/layout/vList5"/>
    <dgm:cxn modelId="{59C0C80F-3EAC-4DFA-B6BB-D38F64EC6652}" type="presParOf" srcId="{783052C0-42FB-4C35-A735-6DF50F03761A}" destId="{52740173-79E2-40DE-A950-534F2C82FBEA}" srcOrd="0" destOrd="0" presId="urn:microsoft.com/office/officeart/2005/8/layout/vList5"/>
    <dgm:cxn modelId="{05A758CE-C8A8-448E-B63D-0D1EDA678DB1}" type="presParOf" srcId="{B26575DA-8C9D-4B50-B2B0-81EC102AC979}" destId="{9AA6A932-59D0-42A9-A591-6FBB9E18FD74}" srcOrd="5" destOrd="0" presId="urn:microsoft.com/office/officeart/2005/8/layout/vList5"/>
    <dgm:cxn modelId="{8F1B2F64-8658-4D95-A7EC-4AE9629AB081}" type="presParOf" srcId="{B26575DA-8C9D-4B50-B2B0-81EC102AC979}" destId="{AA0F0E5D-8911-4BAD-B8DB-93AE933D1178}" srcOrd="6" destOrd="0" presId="urn:microsoft.com/office/officeart/2005/8/layout/vList5"/>
    <dgm:cxn modelId="{E7A6C3BC-E9B0-44E2-845F-1EF210CFDD8B}" type="presParOf" srcId="{AA0F0E5D-8911-4BAD-B8DB-93AE933D1178}" destId="{775E2E1E-B8D7-4F0D-8700-5CEFEA1FB92F}" srcOrd="0" destOrd="0" presId="urn:microsoft.com/office/officeart/2005/8/layout/vList5"/>
    <dgm:cxn modelId="{0674A284-D118-45E7-BBA8-69C9FCB236FA}" type="presParOf" srcId="{AA0F0E5D-8911-4BAD-B8DB-93AE933D1178}" destId="{4B5BC658-7B54-4EC0-8A9A-A0D6A8E13A4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1A8908-8A99-4253-A734-2573A3285809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B66F9D-F7BF-46BA-BC40-F8A78F8B3C34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F1D177-EDC3-4DF9-8A50-4752CEBF7458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Processing time is hands on work time. </a:t>
          </a:r>
        </a:p>
      </dsp:txBody>
      <dsp:txXfrm>
        <a:off x="93445" y="3018902"/>
        <a:ext cx="3206250" cy="720000"/>
      </dsp:txXfrm>
    </dsp:sp>
    <dsp:sp modelId="{0B02E3B4-4D85-4C89-B209-0078FD702C81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9B4A3-6751-49D0-B549-52B307DB06F6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4ACC7C-9FAF-4C5B-A1B2-7440414AE60B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It is much shorter than lead time. </a:t>
          </a:r>
        </a:p>
      </dsp:txBody>
      <dsp:txXfrm>
        <a:off x="3860789" y="3018902"/>
        <a:ext cx="3206250" cy="720000"/>
      </dsp:txXfrm>
    </dsp:sp>
    <dsp:sp modelId="{9BB2EDB3-A064-44F6-BDCE-E1998FD23334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94CE6D-C366-4FA1-A36C-61213BC8330B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6AAA51-A74D-4D0B-99CB-736D3A76CF62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It shows waste and delays in the system.</a:t>
          </a:r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3C5073-52BC-4811-9D5F-A3DA98430967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1697F5-2241-471E-BBA9-8B99511D9C94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5AB481-109C-48AA-8396-A81F1AFD835A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Work is slowed by organizational silos. </a:t>
          </a:r>
        </a:p>
      </dsp:txBody>
      <dsp:txXfrm>
        <a:off x="100682" y="2684598"/>
        <a:ext cx="2370489" cy="720000"/>
      </dsp:txXfrm>
    </dsp:sp>
    <dsp:sp modelId="{FF70B2C9-55C6-4DD2-9F7C-5220ED54F8A1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2BF8C0-D566-4E63-9B23-3350A189A292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7454A2-8297-4F5E-A515-ED310382065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Manual approvals delay progress. </a:t>
          </a:r>
        </a:p>
      </dsp:txBody>
      <dsp:txXfrm>
        <a:off x="2886007" y="2684598"/>
        <a:ext cx="2370489" cy="720000"/>
      </dsp:txXfrm>
    </dsp:sp>
    <dsp:sp modelId="{76927396-1D3B-4D73-A1D3-8B58961355BB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7885FF-4024-4EA5-912F-86998F4AA069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6E69CD-8B18-418B-B31A-83BCF92FA965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Large batch releases increase risk and delay. </a:t>
          </a:r>
        </a:p>
      </dsp:txBody>
      <dsp:txXfrm>
        <a:off x="5671332" y="2684598"/>
        <a:ext cx="2370489" cy="720000"/>
      </dsp:txXfrm>
    </dsp:sp>
    <dsp:sp modelId="{107CCB5D-3CB7-427D-8369-BB428B4C66F0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C2D57-96CD-46E0-A8ED-E2C5196C732B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C828EF-9564-4AF0-91EC-3C7EFD38FC51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Slow integration creates long queues.</a:t>
          </a:r>
        </a:p>
      </dsp:txBody>
      <dsp:txXfrm>
        <a:off x="8456657" y="2684598"/>
        <a:ext cx="237048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BCC26-1EE9-4352-BB33-9A7276669711}">
      <dsp:nvSpPr>
        <dsp:cNvPr id="0" name=""/>
        <dsp:cNvSpPr/>
      </dsp:nvSpPr>
      <dsp:spPr>
        <a:xfrm>
          <a:off x="627750" y="1153021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22D1B2-1BD8-4E29-8E1A-3EA79CCD1A3C}">
      <dsp:nvSpPr>
        <dsp:cNvPr id="0" name=""/>
        <dsp:cNvSpPr/>
      </dsp:nvSpPr>
      <dsp:spPr>
        <a:xfrm>
          <a:off x="5273" y="1904511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Slow feedback loops reduce learning from the past. </a:t>
          </a:r>
        </a:p>
      </dsp:txBody>
      <dsp:txXfrm>
        <a:off x="5273" y="1904511"/>
        <a:ext cx="1915312" cy="592549"/>
      </dsp:txXfrm>
    </dsp:sp>
    <dsp:sp modelId="{0684BEDC-119B-4BD6-A612-A7805D5ADE17}">
      <dsp:nvSpPr>
        <dsp:cNvPr id="0" name=""/>
        <dsp:cNvSpPr/>
      </dsp:nvSpPr>
      <dsp:spPr>
        <a:xfrm>
          <a:off x="5273" y="2534796"/>
          <a:ext cx="1915312" cy="50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9F8B575-3F0C-426A-91F0-9A5274987AE4}">
      <dsp:nvSpPr>
        <dsp:cNvPr id="0" name=""/>
        <dsp:cNvSpPr/>
      </dsp:nvSpPr>
      <dsp:spPr>
        <a:xfrm>
          <a:off x="2878242" y="1153021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FBBB16-EE0B-4055-9F47-EC1A1B0874C0}">
      <dsp:nvSpPr>
        <dsp:cNvPr id="0" name=""/>
        <dsp:cNvSpPr/>
      </dsp:nvSpPr>
      <dsp:spPr>
        <a:xfrm>
          <a:off x="2255766" y="1904511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Cost of delay increases.</a:t>
          </a:r>
        </a:p>
      </dsp:txBody>
      <dsp:txXfrm>
        <a:off x="2255766" y="1904511"/>
        <a:ext cx="1915312" cy="592549"/>
      </dsp:txXfrm>
    </dsp:sp>
    <dsp:sp modelId="{AF92AB4C-64DE-48FB-8579-7CE7087D2CA2}">
      <dsp:nvSpPr>
        <dsp:cNvPr id="0" name=""/>
        <dsp:cNvSpPr/>
      </dsp:nvSpPr>
      <dsp:spPr>
        <a:xfrm>
          <a:off x="2255766" y="2534796"/>
          <a:ext cx="1915312" cy="50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7D7B8E-FF81-468F-A747-9BDFADB31CF0}">
      <dsp:nvSpPr>
        <dsp:cNvPr id="0" name=""/>
        <dsp:cNvSpPr/>
      </dsp:nvSpPr>
      <dsp:spPr>
        <a:xfrm>
          <a:off x="5128734" y="1153021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EE373-CE7A-400C-A437-28C5B4079C2F}">
      <dsp:nvSpPr>
        <dsp:cNvPr id="0" name=""/>
        <dsp:cNvSpPr/>
      </dsp:nvSpPr>
      <dsp:spPr>
        <a:xfrm>
          <a:off x="4506258" y="1904511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Deployment risk grows.</a:t>
          </a:r>
        </a:p>
      </dsp:txBody>
      <dsp:txXfrm>
        <a:off x="4506258" y="1904511"/>
        <a:ext cx="1915312" cy="592549"/>
      </dsp:txXfrm>
    </dsp:sp>
    <dsp:sp modelId="{96205691-ABA7-4C70-98D3-8482CE32FA9C}">
      <dsp:nvSpPr>
        <dsp:cNvPr id="0" name=""/>
        <dsp:cNvSpPr/>
      </dsp:nvSpPr>
      <dsp:spPr>
        <a:xfrm>
          <a:off x="4506258" y="2534796"/>
          <a:ext cx="1915312" cy="50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In other words, likelihood of project getting cancelled is higher</a:t>
          </a:r>
        </a:p>
      </dsp:txBody>
      <dsp:txXfrm>
        <a:off x="4506258" y="2534796"/>
        <a:ext cx="1915312" cy="504987"/>
      </dsp:txXfrm>
    </dsp:sp>
    <dsp:sp modelId="{0EAF8364-9872-4D38-B97D-B748A2C76EF7}">
      <dsp:nvSpPr>
        <dsp:cNvPr id="0" name=""/>
        <dsp:cNvSpPr/>
      </dsp:nvSpPr>
      <dsp:spPr>
        <a:xfrm>
          <a:off x="7379227" y="1153021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AF8B89-51B9-4884-8F41-CC0F964EAB86}">
      <dsp:nvSpPr>
        <dsp:cNvPr id="0" name=""/>
        <dsp:cNvSpPr/>
      </dsp:nvSpPr>
      <dsp:spPr>
        <a:xfrm>
          <a:off x="6756750" y="1904511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More defects and rework appear.</a:t>
          </a:r>
        </a:p>
      </dsp:txBody>
      <dsp:txXfrm>
        <a:off x="6756750" y="1904511"/>
        <a:ext cx="1915312" cy="592549"/>
      </dsp:txXfrm>
    </dsp:sp>
    <dsp:sp modelId="{AFD65A7E-9610-414E-9586-0EB5E566CC58}">
      <dsp:nvSpPr>
        <dsp:cNvPr id="0" name=""/>
        <dsp:cNvSpPr/>
      </dsp:nvSpPr>
      <dsp:spPr>
        <a:xfrm>
          <a:off x="6756750" y="2534796"/>
          <a:ext cx="1915312" cy="50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46AA3E-0361-474B-A0A0-2FA8968950FD}">
      <dsp:nvSpPr>
        <dsp:cNvPr id="0" name=""/>
        <dsp:cNvSpPr/>
      </dsp:nvSpPr>
      <dsp:spPr>
        <a:xfrm>
          <a:off x="9629719" y="1153021"/>
          <a:ext cx="670359" cy="6703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CA283-D714-4C37-9598-16E013288D88}">
      <dsp:nvSpPr>
        <dsp:cNvPr id="0" name=""/>
        <dsp:cNvSpPr/>
      </dsp:nvSpPr>
      <dsp:spPr>
        <a:xfrm>
          <a:off x="9007242" y="1904511"/>
          <a:ext cx="1915312" cy="5925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Competitiveness decreases.</a:t>
          </a:r>
        </a:p>
      </dsp:txBody>
      <dsp:txXfrm>
        <a:off x="9007242" y="1904511"/>
        <a:ext cx="1915312" cy="592549"/>
      </dsp:txXfrm>
    </dsp:sp>
    <dsp:sp modelId="{744AAB8C-66A0-4933-9C64-65C5BC4A1E84}">
      <dsp:nvSpPr>
        <dsp:cNvPr id="0" name=""/>
        <dsp:cNvSpPr/>
      </dsp:nvSpPr>
      <dsp:spPr>
        <a:xfrm>
          <a:off x="9007242" y="2534796"/>
          <a:ext cx="1915312" cy="5049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7361A5-5D9C-416F-B8FF-6C1E296CAC67}">
      <dsp:nvSpPr>
        <dsp:cNvPr id="0" name=""/>
        <dsp:cNvSpPr/>
      </dsp:nvSpPr>
      <dsp:spPr>
        <a:xfrm>
          <a:off x="0" y="2098"/>
          <a:ext cx="3934018" cy="1009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Elite teams deploy many times per day.</a:t>
          </a:r>
        </a:p>
      </dsp:txBody>
      <dsp:txXfrm>
        <a:off x="49270" y="51368"/>
        <a:ext cx="3835478" cy="910763"/>
      </dsp:txXfrm>
    </dsp:sp>
    <dsp:sp modelId="{3CD59986-73DB-436E-9C1B-D5ACD944DAF0}">
      <dsp:nvSpPr>
        <dsp:cNvPr id="0" name=""/>
        <dsp:cNvSpPr/>
      </dsp:nvSpPr>
      <dsp:spPr>
        <a:xfrm>
          <a:off x="0" y="1061866"/>
          <a:ext cx="3934018" cy="1009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They use CI CD pipelines. </a:t>
          </a:r>
        </a:p>
      </dsp:txBody>
      <dsp:txXfrm>
        <a:off x="49270" y="1111136"/>
        <a:ext cx="3835478" cy="910763"/>
      </dsp:txXfrm>
    </dsp:sp>
    <dsp:sp modelId="{52740173-79E2-40DE-A950-534F2C82FBEA}">
      <dsp:nvSpPr>
        <dsp:cNvPr id="0" name=""/>
        <dsp:cNvSpPr/>
      </dsp:nvSpPr>
      <dsp:spPr>
        <a:xfrm>
          <a:off x="0" y="2121635"/>
          <a:ext cx="3934018" cy="10093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They use automated testing and security checks.</a:t>
          </a:r>
        </a:p>
      </dsp:txBody>
      <dsp:txXfrm>
        <a:off x="49270" y="2170905"/>
        <a:ext cx="3835478" cy="910763"/>
      </dsp:txXfrm>
    </dsp:sp>
    <dsp:sp modelId="{4B5BC658-7B54-4EC0-8A9A-A0D6A8E13A41}">
      <dsp:nvSpPr>
        <dsp:cNvPr id="0" name=""/>
        <dsp:cNvSpPr/>
      </dsp:nvSpPr>
      <dsp:spPr>
        <a:xfrm rot="5400000">
          <a:off x="7027202" y="189149"/>
          <a:ext cx="807442" cy="6993810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600" kern="1200"/>
            <a:t>They don’t do giant deployments</a:t>
          </a:r>
        </a:p>
      </dsp:txBody>
      <dsp:txXfrm rot="-5400000">
        <a:off x="3934018" y="3321749"/>
        <a:ext cx="6954394" cy="728610"/>
      </dsp:txXfrm>
    </dsp:sp>
    <dsp:sp modelId="{775E2E1E-B8D7-4F0D-8700-5CEFEA1FB92F}">
      <dsp:nvSpPr>
        <dsp:cNvPr id="0" name=""/>
        <dsp:cNvSpPr/>
      </dsp:nvSpPr>
      <dsp:spPr>
        <a:xfrm>
          <a:off x="0" y="3181403"/>
          <a:ext cx="3934018" cy="10093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They work in small batch sizes.</a:t>
          </a:r>
        </a:p>
      </dsp:txBody>
      <dsp:txXfrm>
        <a:off x="49270" y="3230673"/>
        <a:ext cx="3835478" cy="9107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B9F9C-2632-B310-4970-032DE368C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71C3C-704A-7B82-AE23-F75D326F8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1DC99-A77B-4E58-0108-ED8F701B2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0413FC-6725-D5B3-0E88-70F9CE950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71BAF1-6E0A-243D-6615-D4A68D94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248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F650-34A7-C3CC-66C1-5F402DCC6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28042-990B-B71D-E806-501FAB821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9F1B7-F646-766B-E7B1-0754D382C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8A17F-5577-2D8C-04A6-5E38D5340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8E86E-72EE-EF3B-CCB3-12A93BCC2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00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E070F-9CC7-2E88-BEE5-E8A9C44AD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F48111-EF4D-328A-03D6-3966E890F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724DF-4A9C-99BB-F6A6-F6435FAA7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0031C-6840-D4B5-6B3B-DFA92875D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5BF01-46C0-3F07-3450-84D12C40C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664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E6F0D-9DBA-18BE-885B-79423E880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A43DF-DCCE-BAEF-B1B0-024397ADB1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674BCA-67AA-0EE9-9538-51FBC3B9B7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86281-2046-504A-C47B-85E62A26E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B9C3D-0EBB-C4C7-DB61-0912FBE1F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04E636-58DB-C267-D8B7-48FB2707C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298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8C067-7FCD-99FB-7ED0-C671BE34F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7CD42-C8FD-639E-89A8-E1EE7E9739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24C04-3275-7872-8C91-266B7D7D99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F8F641-C33C-B8D1-1C25-21B310D05E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8C9253-F56E-C63E-8743-340732B167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A3E099-DAB2-DAD5-01CE-15EE9E9E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CD1C3E-050B-9E2B-83A8-F857588EB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28EB51-B288-3DAC-E7F0-9056B5127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22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E3F8B-AF81-5B17-E613-965F4E1C2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A90129-7916-D958-B220-1FA5790D1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9F921-99E9-7C81-DCAF-F284A5BA0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5F55A2-D927-6A4C-EBAC-E5FF1A02B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77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2FB522-ADF2-C56A-A2AA-832C03F61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DBDAA8-7C25-8AE5-7BB9-816A33741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56D20-6E9B-C3EA-19DE-8E70FD97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122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817F-062B-1FFB-0EE1-37417A7F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CFD7-3654-E83E-79E5-672974323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0B4DC-FFEE-21CE-DF7C-8D9E81063B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28BC07-4665-E82D-2EDC-0341CA9D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4A3531-1C34-2D87-343E-0BA7BDE26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28293-82D9-5315-1F2B-A7043EB16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79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46D35-B253-154B-E667-16DEDFA6B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5489A0-7D09-9FC0-36D1-6CA218A4C6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78A2B-38F4-5CF9-C7AC-A83BBF1E8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21378-4227-B215-8433-6F349E67F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FBEE52-742C-72B3-7F13-3A6E156EC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A8170-10E7-7727-5F09-F7917AD8F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20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502A1-918E-8ED6-CFF5-EA2CC68BB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B7E1A-8426-9C83-6DEA-A0AB1B3866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563F4-91BC-0748-30E6-45F4D06C5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AC6B-8868-AEF5-5E8E-9C1550A52C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D532A-768B-AF89-0A85-67709C96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896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2819B9-9682-1E36-5FCD-E06803C229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7BDF2-AA24-E605-8575-B64C779B8E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ECC1B7-2CFF-D54D-F2E6-A8659A9B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7E4CA-84D4-3947-2326-2D267DB70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A3F41-FCFB-5C39-892E-909B0F74F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463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BD28D-7250-C093-D6F8-204509BFB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A02172-A221-8FF5-775B-1089E5B2D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D30B5-72B3-6B1F-7DFF-03D8262574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FC5CA9-D4DE-49E1-B9AD-71B122F3CBE3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913D4-161C-D146-827E-0EF359D2FD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55705-3DA3-DE17-D2FB-458CA360C0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38A42F-3208-425C-9BF5-719F71344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53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6sigma.us/six-sigma-in-focus/takt-time-vs-cycle-time-vs-lead-time/" TargetMode="External"/><Relationship Id="rId2" Type="http://schemas.openxmlformats.org/officeDocument/2006/relationships/hyperlink" Target="https://www.learnleansigma.com/lean-manufacturing/cycle-time-vs-takt-time-vs-lead-tim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DF189E-AFE6-C80D-4B2A-85BE4D14D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The Technology Value Stream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1F1E93-13E1-2F40-F6BA-7505BE104B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Understanding Lead Time, Processing Time, and Deployment Speed</a:t>
            </a:r>
          </a:p>
          <a:p>
            <a:pPr algn="r"/>
            <a:r>
              <a:rPr lang="en-US">
                <a:solidFill>
                  <a:srgbClr val="FFFFFF"/>
                </a:solidFill>
              </a:rPr>
              <a:t>By Matthew Rozendaal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01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7436F7-2007-19F3-1CED-BA877C890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Lead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1F449-153C-9C3A-0F30-C8BC85EB2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/>
              <a:t>Lead time is the total time from request to delivery. </a:t>
            </a:r>
          </a:p>
          <a:p>
            <a:pPr marL="0" indent="0">
              <a:buNone/>
            </a:pPr>
            <a:r>
              <a:rPr lang="en-US" sz="2000" dirty="0"/>
              <a:t>Lead times includes the following:</a:t>
            </a:r>
          </a:p>
          <a:p>
            <a:r>
              <a:rPr lang="en-US" sz="2000" dirty="0"/>
              <a:t>Waiting</a:t>
            </a:r>
          </a:p>
          <a:p>
            <a:r>
              <a:rPr lang="en-US" sz="2000" dirty="0"/>
              <a:t>Approvals</a:t>
            </a:r>
          </a:p>
          <a:p>
            <a:r>
              <a:rPr lang="en-US" sz="2000" dirty="0"/>
              <a:t>Development</a:t>
            </a:r>
          </a:p>
          <a:p>
            <a:r>
              <a:rPr lang="en-US" sz="2000" dirty="0"/>
              <a:t>Testing</a:t>
            </a:r>
          </a:p>
          <a:p>
            <a:r>
              <a:rPr lang="en-US" sz="2000" dirty="0"/>
              <a:t>Deployment</a:t>
            </a:r>
          </a:p>
        </p:txBody>
      </p:sp>
      <p:pic>
        <p:nvPicPr>
          <p:cNvPr id="13" name="Picture 12" descr="Hourglass and a calendar">
            <a:extLst>
              <a:ext uri="{FF2B5EF4-FFF2-40B4-BE49-F238E27FC236}">
                <a16:creationId xmlns:a16="http://schemas.microsoft.com/office/drawing/2014/main" id="{BFE9F84F-C461-8784-0559-D097777C3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77" r="2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384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CAEE6-6ADF-D99E-C025-6D7282C04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Processing Time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9BFE45-5B86-A1E8-0FDB-8727CD7EC6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888840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89845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EEF5F6-D2A8-B89F-9CEA-843B6E211B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5634" y="1933470"/>
            <a:ext cx="10620732" cy="277376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9E3AE4-FAFC-E6EE-CD02-CEA508C16AA9}"/>
              </a:ext>
            </a:extLst>
          </p:cNvPr>
          <p:cNvSpPr txBox="1"/>
          <p:nvPr/>
        </p:nvSpPr>
        <p:spPr>
          <a:xfrm>
            <a:off x="8935453" y="6448926"/>
            <a:ext cx="2487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 err="1"/>
              <a:t>kaufmanglobal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338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1DB1F-F63D-06F1-BCD7-2D6AA5435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Why Lead Times Take Months</a:t>
            </a: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8491F5DB-920C-D017-3504-0085F55471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938537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26526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59BBB9-355A-7CCA-FF6B-301EBA261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Impact of Long Lead Times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A8DE99E5-50BD-3F86-004A-447B9DE39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797463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4697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D75B11-3069-EF37-8F9C-B4F25F6AF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Deployment Should Take Just Minutes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22B7CFBF-3C22-7BD1-44E5-01145284E2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486277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08694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D627D-133D-816A-6130-8D2B26A7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6A442-AB70-71E8-8635-9CAF85CBF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1700">
                <a:effectLst/>
              </a:rPr>
              <a:t>Atlassian. (2026). </a:t>
            </a:r>
            <a:r>
              <a:rPr lang="en-US" sz="1700" i="1">
                <a:effectLst/>
              </a:rPr>
              <a:t>Guide to Calculating Lead Time and Cycle Time in Jira</a:t>
            </a:r>
            <a:r>
              <a:rPr lang="en-US" sz="1700">
                <a:effectLst/>
              </a:rPr>
              <a:t> Atlassian. https://saasjet.atlassian.net/wiki/spaces/TBS/pages/801112089/Guide+to+Calculating+Lead+Time+and+Cycle+Time+in+Jira</a:t>
            </a:r>
          </a:p>
          <a:p>
            <a:r>
              <a:rPr lang="en-US" sz="1700">
                <a:effectLst/>
              </a:rPr>
              <a:t>Google Cloud. (2020). </a:t>
            </a:r>
            <a:r>
              <a:rPr lang="en-US" sz="1700" i="1">
                <a:effectLst/>
              </a:rPr>
              <a:t>using-the-four-keys-to-measure-your-devops-performance </a:t>
            </a:r>
            <a:r>
              <a:rPr lang="en-US" sz="1700">
                <a:effectLst/>
              </a:rPr>
              <a:t>Google. </a:t>
            </a:r>
            <a:r>
              <a:rPr lang="en-US" sz="1700"/>
              <a:t>https://cloud.google.com/blog/products/devops-sre/using-the-four-keys-to-measure-your-devops-performance </a:t>
            </a:r>
            <a:endParaRPr lang="en-US" sz="1700">
              <a:effectLst/>
            </a:endParaRPr>
          </a:p>
          <a:p>
            <a:r>
              <a:rPr lang="en-US" sz="1700"/>
              <a:t>Croft-Bednarski, D. (2026, April 15). </a:t>
            </a:r>
            <a:r>
              <a:rPr lang="en-US" sz="1700" i="1"/>
              <a:t>Cycle Time vs Takt Time vs Lead Time (Explained Simply With Examples)</a:t>
            </a:r>
            <a:r>
              <a:rPr lang="en-US" sz="1700"/>
              <a:t>. Learn Lean 6 Sigma; Learn Lean Sigma. </a:t>
            </a:r>
            <a:r>
              <a:rPr lang="en-US" sz="1700">
                <a:hlinkClick r:id="rId2"/>
              </a:rPr>
              <a:t>https://www.learnleansigma.com/lean-manufacturing/cycle-time-vs-takt-time-vs-lead-time/</a:t>
            </a:r>
            <a:endParaRPr lang="en-US" sz="1700"/>
          </a:p>
          <a:p>
            <a:r>
              <a:rPr lang="en-US" sz="1700"/>
              <a:t>Team, E. (2024, August 5). </a:t>
            </a:r>
            <a:r>
              <a:rPr lang="en-US" sz="1700" i="1"/>
              <a:t>COVID-19 Situation: Six Sigma Ongoing Training Announcements</a:t>
            </a:r>
            <a:r>
              <a:rPr lang="en-US" sz="1700"/>
              <a:t>. SixSigma.us. </a:t>
            </a:r>
            <a:r>
              <a:rPr lang="en-US" sz="1700">
                <a:hlinkClick r:id="rId3"/>
              </a:rPr>
              <a:t>https://www.6sigma.us/six-sigma-in-focus/takt-time-vs-cycle-time-vs-lead-time/</a:t>
            </a:r>
            <a:endParaRPr lang="en-US" sz="1700"/>
          </a:p>
          <a:p>
            <a:r>
              <a:rPr lang="en-US" sz="1700"/>
              <a:t>Kaufman Global. (2017, October). </a:t>
            </a:r>
            <a:r>
              <a:rPr lang="en-US" sz="1700" i="1"/>
              <a:t>Lead Time - Kaufman Global | The time from job schedule to job complete</a:t>
            </a:r>
            <a:r>
              <a:rPr lang="en-US" sz="1700"/>
              <a:t>. Kaufman Global. https://www.kaufmanglobal.com/glossary/lead-time/</a:t>
            </a:r>
          </a:p>
          <a:p>
            <a:endParaRPr lang="en-US" sz="17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653888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381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The Technology Value Stream</vt:lpstr>
      <vt:lpstr>Lead Time</vt:lpstr>
      <vt:lpstr>Processing Time</vt:lpstr>
      <vt:lpstr>PowerPoint Presentation</vt:lpstr>
      <vt:lpstr>Why Lead Times Take Months</vt:lpstr>
      <vt:lpstr>Impact of Long Lead Times</vt:lpstr>
      <vt:lpstr>Deployment Should Take Just Minutes</vt:lpstr>
      <vt:lpstr>Citations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rozendaal</dc:creator>
  <cp:lastModifiedBy>matthew rozendaal</cp:lastModifiedBy>
  <cp:revision>2</cp:revision>
  <dcterms:created xsi:type="dcterms:W3CDTF">2026-06-02T02:40:25Z</dcterms:created>
  <dcterms:modified xsi:type="dcterms:W3CDTF">2026-06-02T03:01:17Z</dcterms:modified>
</cp:coreProperties>
</file>