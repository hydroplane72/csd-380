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72A9B5-454D-4AE0-8313-920E4661271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59F8AC2-730F-4A45-9974-6E4D0FF0A8CD}">
      <dgm:prSet/>
      <dgm:spPr/>
      <dgm:t>
        <a:bodyPr/>
        <a:lstStyle/>
        <a:p>
          <a:r>
            <a:rPr lang="en-US" dirty="0"/>
            <a:t>Code that can be viewed by the public</a:t>
          </a:r>
        </a:p>
      </dgm:t>
    </dgm:pt>
    <dgm:pt modelId="{C2FA0F48-43FB-4FD0-BA2C-74E65E61AC15}" type="parTrans" cxnId="{BF90607A-B4F1-4EFD-B421-148172661260}">
      <dgm:prSet/>
      <dgm:spPr/>
      <dgm:t>
        <a:bodyPr/>
        <a:lstStyle/>
        <a:p>
          <a:endParaRPr lang="en-US"/>
        </a:p>
      </dgm:t>
    </dgm:pt>
    <dgm:pt modelId="{CE754428-6DAC-41E2-8114-FEF32D86A0A9}" type="sibTrans" cxnId="{BF90607A-B4F1-4EFD-B421-148172661260}">
      <dgm:prSet/>
      <dgm:spPr/>
      <dgm:t>
        <a:bodyPr/>
        <a:lstStyle/>
        <a:p>
          <a:endParaRPr lang="en-US"/>
        </a:p>
      </dgm:t>
    </dgm:pt>
    <dgm:pt modelId="{DB6A29C9-A76D-4680-840C-9336658F47EA}">
      <dgm:prSet/>
      <dgm:spPr/>
      <dgm:t>
        <a:bodyPr/>
        <a:lstStyle/>
        <a:p>
          <a:r>
            <a:rPr lang="en-US"/>
            <a:t>Cloneable by anyone</a:t>
          </a:r>
        </a:p>
      </dgm:t>
    </dgm:pt>
    <dgm:pt modelId="{2BD02AA9-E5CA-46C7-BB68-D53236AE8FA4}" type="parTrans" cxnId="{26E24BB8-29A7-4E04-AAB4-1C02A54747AB}">
      <dgm:prSet/>
      <dgm:spPr/>
      <dgm:t>
        <a:bodyPr/>
        <a:lstStyle/>
        <a:p>
          <a:endParaRPr lang="en-US"/>
        </a:p>
      </dgm:t>
    </dgm:pt>
    <dgm:pt modelId="{46A92C8F-7E4D-409E-A741-B787BD6B3CB6}" type="sibTrans" cxnId="{26E24BB8-29A7-4E04-AAB4-1C02A54747AB}">
      <dgm:prSet/>
      <dgm:spPr/>
      <dgm:t>
        <a:bodyPr/>
        <a:lstStyle/>
        <a:p>
          <a:endParaRPr lang="en-US"/>
        </a:p>
      </dgm:t>
    </dgm:pt>
    <dgm:pt modelId="{C3A6F4F8-6221-4984-9492-C7F903687885}">
      <dgm:prSet/>
      <dgm:spPr/>
      <dgm:t>
        <a:bodyPr/>
        <a:lstStyle/>
        <a:p>
          <a:r>
            <a:rPr lang="en-US" dirty="0"/>
            <a:t>Typically referred to as an open-source project</a:t>
          </a:r>
        </a:p>
      </dgm:t>
    </dgm:pt>
    <dgm:pt modelId="{03EA0D99-DCEB-4870-B62B-79AC66321B71}" type="parTrans" cxnId="{20336F23-9517-42AF-8671-38950113D35B}">
      <dgm:prSet/>
      <dgm:spPr/>
      <dgm:t>
        <a:bodyPr/>
        <a:lstStyle/>
        <a:p>
          <a:endParaRPr lang="en-US"/>
        </a:p>
      </dgm:t>
    </dgm:pt>
    <dgm:pt modelId="{5FD66E6A-B7CA-4ECA-9A19-3CB07AA28735}" type="sibTrans" cxnId="{20336F23-9517-42AF-8671-38950113D35B}">
      <dgm:prSet/>
      <dgm:spPr/>
      <dgm:t>
        <a:bodyPr/>
        <a:lstStyle/>
        <a:p>
          <a:endParaRPr lang="en-US"/>
        </a:p>
      </dgm:t>
    </dgm:pt>
    <dgm:pt modelId="{A78A789D-F8BE-4C73-AE70-42458BF5EB8F}" type="pres">
      <dgm:prSet presAssocID="{8672A9B5-454D-4AE0-8313-920E46612716}" presName="vert0" presStyleCnt="0">
        <dgm:presLayoutVars>
          <dgm:dir/>
          <dgm:animOne val="branch"/>
          <dgm:animLvl val="lvl"/>
        </dgm:presLayoutVars>
      </dgm:prSet>
      <dgm:spPr/>
    </dgm:pt>
    <dgm:pt modelId="{D79129E1-614F-416E-80C6-141F16B93AB6}" type="pres">
      <dgm:prSet presAssocID="{E59F8AC2-730F-4A45-9974-6E4D0FF0A8CD}" presName="thickLine" presStyleLbl="alignNode1" presStyleIdx="0" presStyleCnt="3"/>
      <dgm:spPr/>
    </dgm:pt>
    <dgm:pt modelId="{11E10C66-1984-4FBE-BA00-746B495DB4B6}" type="pres">
      <dgm:prSet presAssocID="{E59F8AC2-730F-4A45-9974-6E4D0FF0A8CD}" presName="horz1" presStyleCnt="0"/>
      <dgm:spPr/>
    </dgm:pt>
    <dgm:pt modelId="{B637644E-338B-4D37-8AFC-D01689FF94DC}" type="pres">
      <dgm:prSet presAssocID="{E59F8AC2-730F-4A45-9974-6E4D0FF0A8CD}" presName="tx1" presStyleLbl="revTx" presStyleIdx="0" presStyleCnt="3"/>
      <dgm:spPr/>
    </dgm:pt>
    <dgm:pt modelId="{5468B793-A770-4BD3-B210-89331C2301B3}" type="pres">
      <dgm:prSet presAssocID="{E59F8AC2-730F-4A45-9974-6E4D0FF0A8CD}" presName="vert1" presStyleCnt="0"/>
      <dgm:spPr/>
    </dgm:pt>
    <dgm:pt modelId="{565C693F-C8D3-49D8-9041-2B6D9E30F0EE}" type="pres">
      <dgm:prSet presAssocID="{DB6A29C9-A76D-4680-840C-9336658F47EA}" presName="thickLine" presStyleLbl="alignNode1" presStyleIdx="1" presStyleCnt="3"/>
      <dgm:spPr/>
    </dgm:pt>
    <dgm:pt modelId="{55038F7E-57B8-451D-908C-95522909AE1D}" type="pres">
      <dgm:prSet presAssocID="{DB6A29C9-A76D-4680-840C-9336658F47EA}" presName="horz1" presStyleCnt="0"/>
      <dgm:spPr/>
    </dgm:pt>
    <dgm:pt modelId="{5A26E0C6-99E9-410B-B48E-D2423BC31494}" type="pres">
      <dgm:prSet presAssocID="{DB6A29C9-A76D-4680-840C-9336658F47EA}" presName="tx1" presStyleLbl="revTx" presStyleIdx="1" presStyleCnt="3"/>
      <dgm:spPr/>
    </dgm:pt>
    <dgm:pt modelId="{D0EF94D2-768A-4A84-864E-FBEFD00A26D8}" type="pres">
      <dgm:prSet presAssocID="{DB6A29C9-A76D-4680-840C-9336658F47EA}" presName="vert1" presStyleCnt="0"/>
      <dgm:spPr/>
    </dgm:pt>
    <dgm:pt modelId="{76BE5B75-5383-49E0-B9F1-3EB4BB0F9FD1}" type="pres">
      <dgm:prSet presAssocID="{C3A6F4F8-6221-4984-9492-C7F903687885}" presName="thickLine" presStyleLbl="alignNode1" presStyleIdx="2" presStyleCnt="3"/>
      <dgm:spPr/>
    </dgm:pt>
    <dgm:pt modelId="{E355AA19-C591-4E11-926B-9101B8E57281}" type="pres">
      <dgm:prSet presAssocID="{C3A6F4F8-6221-4984-9492-C7F903687885}" presName="horz1" presStyleCnt="0"/>
      <dgm:spPr/>
    </dgm:pt>
    <dgm:pt modelId="{83829A6D-9258-4FA5-8E19-9369972B8322}" type="pres">
      <dgm:prSet presAssocID="{C3A6F4F8-6221-4984-9492-C7F903687885}" presName="tx1" presStyleLbl="revTx" presStyleIdx="2" presStyleCnt="3"/>
      <dgm:spPr/>
    </dgm:pt>
    <dgm:pt modelId="{06109E33-8261-4F52-9441-7D195461FBC5}" type="pres">
      <dgm:prSet presAssocID="{C3A6F4F8-6221-4984-9492-C7F903687885}" presName="vert1" presStyleCnt="0"/>
      <dgm:spPr/>
    </dgm:pt>
  </dgm:ptLst>
  <dgm:cxnLst>
    <dgm:cxn modelId="{20336F23-9517-42AF-8671-38950113D35B}" srcId="{8672A9B5-454D-4AE0-8313-920E46612716}" destId="{C3A6F4F8-6221-4984-9492-C7F903687885}" srcOrd="2" destOrd="0" parTransId="{03EA0D99-DCEB-4870-B62B-79AC66321B71}" sibTransId="{5FD66E6A-B7CA-4ECA-9A19-3CB07AA28735}"/>
    <dgm:cxn modelId="{CBAD3D34-A9A0-4173-9140-E2F803DE27BE}" type="presOf" srcId="{E59F8AC2-730F-4A45-9974-6E4D0FF0A8CD}" destId="{B637644E-338B-4D37-8AFC-D01689FF94DC}" srcOrd="0" destOrd="0" presId="urn:microsoft.com/office/officeart/2008/layout/LinedList"/>
    <dgm:cxn modelId="{FB57373B-465D-4FDA-A215-4D5F5308BA1E}" type="presOf" srcId="{DB6A29C9-A76D-4680-840C-9336658F47EA}" destId="{5A26E0C6-99E9-410B-B48E-D2423BC31494}" srcOrd="0" destOrd="0" presId="urn:microsoft.com/office/officeart/2008/layout/LinedList"/>
    <dgm:cxn modelId="{5C93964A-0917-4700-82C6-C3A570350C48}" type="presOf" srcId="{8672A9B5-454D-4AE0-8313-920E46612716}" destId="{A78A789D-F8BE-4C73-AE70-42458BF5EB8F}" srcOrd="0" destOrd="0" presId="urn:microsoft.com/office/officeart/2008/layout/LinedList"/>
    <dgm:cxn modelId="{BF90607A-B4F1-4EFD-B421-148172661260}" srcId="{8672A9B5-454D-4AE0-8313-920E46612716}" destId="{E59F8AC2-730F-4A45-9974-6E4D0FF0A8CD}" srcOrd="0" destOrd="0" parTransId="{C2FA0F48-43FB-4FD0-BA2C-74E65E61AC15}" sibTransId="{CE754428-6DAC-41E2-8114-FEF32D86A0A9}"/>
    <dgm:cxn modelId="{26E24BB8-29A7-4E04-AAB4-1C02A54747AB}" srcId="{8672A9B5-454D-4AE0-8313-920E46612716}" destId="{DB6A29C9-A76D-4680-840C-9336658F47EA}" srcOrd="1" destOrd="0" parTransId="{2BD02AA9-E5CA-46C7-BB68-D53236AE8FA4}" sibTransId="{46A92C8F-7E4D-409E-A741-B787BD6B3CB6}"/>
    <dgm:cxn modelId="{86001DFF-D8B1-4FDD-B094-0E83AE5DD914}" type="presOf" srcId="{C3A6F4F8-6221-4984-9492-C7F903687885}" destId="{83829A6D-9258-4FA5-8E19-9369972B8322}" srcOrd="0" destOrd="0" presId="urn:microsoft.com/office/officeart/2008/layout/LinedList"/>
    <dgm:cxn modelId="{BE804E99-E4BC-45C2-9297-EF9C767679D6}" type="presParOf" srcId="{A78A789D-F8BE-4C73-AE70-42458BF5EB8F}" destId="{D79129E1-614F-416E-80C6-141F16B93AB6}" srcOrd="0" destOrd="0" presId="urn:microsoft.com/office/officeart/2008/layout/LinedList"/>
    <dgm:cxn modelId="{F325A43C-11DE-454C-9129-F7594587C69F}" type="presParOf" srcId="{A78A789D-F8BE-4C73-AE70-42458BF5EB8F}" destId="{11E10C66-1984-4FBE-BA00-746B495DB4B6}" srcOrd="1" destOrd="0" presId="urn:microsoft.com/office/officeart/2008/layout/LinedList"/>
    <dgm:cxn modelId="{90B49856-927E-4A76-95B8-B031BBC2DED5}" type="presParOf" srcId="{11E10C66-1984-4FBE-BA00-746B495DB4B6}" destId="{B637644E-338B-4D37-8AFC-D01689FF94DC}" srcOrd="0" destOrd="0" presId="urn:microsoft.com/office/officeart/2008/layout/LinedList"/>
    <dgm:cxn modelId="{73AB8072-E831-419C-914D-65B298E50BDB}" type="presParOf" srcId="{11E10C66-1984-4FBE-BA00-746B495DB4B6}" destId="{5468B793-A770-4BD3-B210-89331C2301B3}" srcOrd="1" destOrd="0" presId="urn:microsoft.com/office/officeart/2008/layout/LinedList"/>
    <dgm:cxn modelId="{C4F38D82-9450-4F52-9697-9BF9C20B168D}" type="presParOf" srcId="{A78A789D-F8BE-4C73-AE70-42458BF5EB8F}" destId="{565C693F-C8D3-49D8-9041-2B6D9E30F0EE}" srcOrd="2" destOrd="0" presId="urn:microsoft.com/office/officeart/2008/layout/LinedList"/>
    <dgm:cxn modelId="{7A700800-4534-4787-9C1A-467D7F5AD00B}" type="presParOf" srcId="{A78A789D-F8BE-4C73-AE70-42458BF5EB8F}" destId="{55038F7E-57B8-451D-908C-95522909AE1D}" srcOrd="3" destOrd="0" presId="urn:microsoft.com/office/officeart/2008/layout/LinedList"/>
    <dgm:cxn modelId="{6A81CD48-E24A-4EB5-9648-E8D1E037D4DC}" type="presParOf" srcId="{55038F7E-57B8-451D-908C-95522909AE1D}" destId="{5A26E0C6-99E9-410B-B48E-D2423BC31494}" srcOrd="0" destOrd="0" presId="urn:microsoft.com/office/officeart/2008/layout/LinedList"/>
    <dgm:cxn modelId="{4F424607-1A0F-446D-A8A9-D19507B54ABB}" type="presParOf" srcId="{55038F7E-57B8-451D-908C-95522909AE1D}" destId="{D0EF94D2-768A-4A84-864E-FBEFD00A26D8}" srcOrd="1" destOrd="0" presId="urn:microsoft.com/office/officeart/2008/layout/LinedList"/>
    <dgm:cxn modelId="{A552C71F-0FE0-4E83-9CA4-5AD1AC45F463}" type="presParOf" srcId="{A78A789D-F8BE-4C73-AE70-42458BF5EB8F}" destId="{76BE5B75-5383-49E0-B9F1-3EB4BB0F9FD1}" srcOrd="4" destOrd="0" presId="urn:microsoft.com/office/officeart/2008/layout/LinedList"/>
    <dgm:cxn modelId="{A0FC624D-BFCC-4972-82D4-0288E2171F4D}" type="presParOf" srcId="{A78A789D-F8BE-4C73-AE70-42458BF5EB8F}" destId="{E355AA19-C591-4E11-926B-9101B8E57281}" srcOrd="5" destOrd="0" presId="urn:microsoft.com/office/officeart/2008/layout/LinedList"/>
    <dgm:cxn modelId="{6F1A82C7-F1A6-497B-9BFF-E87AFE19E765}" type="presParOf" srcId="{E355AA19-C591-4E11-926B-9101B8E57281}" destId="{83829A6D-9258-4FA5-8E19-9369972B8322}" srcOrd="0" destOrd="0" presId="urn:microsoft.com/office/officeart/2008/layout/LinedList"/>
    <dgm:cxn modelId="{427BE9FC-1CE5-4EDF-AA74-3D67A8E02CBC}" type="presParOf" srcId="{E355AA19-C591-4E11-926B-9101B8E57281}" destId="{06109E33-8261-4F52-9441-7D195461FB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72A9B5-454D-4AE0-8313-920E4661271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9F8AC2-730F-4A45-9974-6E4D0FF0A8CD}">
      <dgm:prSet/>
      <dgm:spPr/>
      <dgm:t>
        <a:bodyPr/>
        <a:lstStyle/>
        <a:p>
          <a:r>
            <a:rPr lang="en-US" dirty="0"/>
            <a:t>Does not have to be editable </a:t>
          </a:r>
          <a:r>
            <a:rPr lang="en-US"/>
            <a:t>by everyone</a:t>
          </a:r>
          <a:endParaRPr lang="en-US" dirty="0"/>
        </a:p>
      </dgm:t>
    </dgm:pt>
    <dgm:pt modelId="{C2FA0F48-43FB-4FD0-BA2C-74E65E61AC15}" type="parTrans" cxnId="{BF90607A-B4F1-4EFD-B421-148172661260}">
      <dgm:prSet/>
      <dgm:spPr/>
      <dgm:t>
        <a:bodyPr/>
        <a:lstStyle/>
        <a:p>
          <a:endParaRPr lang="en-US"/>
        </a:p>
      </dgm:t>
    </dgm:pt>
    <dgm:pt modelId="{CE754428-6DAC-41E2-8114-FEF32D86A0A9}" type="sibTrans" cxnId="{BF90607A-B4F1-4EFD-B421-148172661260}">
      <dgm:prSet/>
      <dgm:spPr/>
      <dgm:t>
        <a:bodyPr/>
        <a:lstStyle/>
        <a:p>
          <a:endParaRPr lang="en-US"/>
        </a:p>
      </dgm:t>
    </dgm:pt>
    <dgm:pt modelId="{A78A789D-F8BE-4C73-AE70-42458BF5EB8F}" type="pres">
      <dgm:prSet presAssocID="{8672A9B5-454D-4AE0-8313-920E46612716}" presName="vert0" presStyleCnt="0">
        <dgm:presLayoutVars>
          <dgm:dir/>
          <dgm:animOne val="branch"/>
          <dgm:animLvl val="lvl"/>
        </dgm:presLayoutVars>
      </dgm:prSet>
      <dgm:spPr/>
    </dgm:pt>
    <dgm:pt modelId="{D79129E1-614F-416E-80C6-141F16B93AB6}" type="pres">
      <dgm:prSet presAssocID="{E59F8AC2-730F-4A45-9974-6E4D0FF0A8CD}" presName="thickLine" presStyleLbl="alignNode1" presStyleIdx="0" presStyleCnt="1"/>
      <dgm:spPr/>
    </dgm:pt>
    <dgm:pt modelId="{11E10C66-1984-4FBE-BA00-746B495DB4B6}" type="pres">
      <dgm:prSet presAssocID="{E59F8AC2-730F-4A45-9974-6E4D0FF0A8CD}" presName="horz1" presStyleCnt="0"/>
      <dgm:spPr/>
    </dgm:pt>
    <dgm:pt modelId="{B637644E-338B-4D37-8AFC-D01689FF94DC}" type="pres">
      <dgm:prSet presAssocID="{E59F8AC2-730F-4A45-9974-6E4D0FF0A8CD}" presName="tx1" presStyleLbl="revTx" presStyleIdx="0" presStyleCnt="1"/>
      <dgm:spPr/>
    </dgm:pt>
    <dgm:pt modelId="{5468B793-A770-4BD3-B210-89331C2301B3}" type="pres">
      <dgm:prSet presAssocID="{E59F8AC2-730F-4A45-9974-6E4D0FF0A8CD}" presName="vert1" presStyleCnt="0"/>
      <dgm:spPr/>
    </dgm:pt>
  </dgm:ptLst>
  <dgm:cxnLst>
    <dgm:cxn modelId="{5C93964A-0917-4700-82C6-C3A570350C48}" type="presOf" srcId="{8672A9B5-454D-4AE0-8313-920E46612716}" destId="{A78A789D-F8BE-4C73-AE70-42458BF5EB8F}" srcOrd="0" destOrd="0" presId="urn:microsoft.com/office/officeart/2008/layout/LinedList"/>
    <dgm:cxn modelId="{BF90607A-B4F1-4EFD-B421-148172661260}" srcId="{8672A9B5-454D-4AE0-8313-920E46612716}" destId="{E59F8AC2-730F-4A45-9974-6E4D0FF0A8CD}" srcOrd="0" destOrd="0" parTransId="{C2FA0F48-43FB-4FD0-BA2C-74E65E61AC15}" sibTransId="{CE754428-6DAC-41E2-8114-FEF32D86A0A9}"/>
    <dgm:cxn modelId="{C100AD90-17A0-414D-B5A1-234688F7611D}" type="presOf" srcId="{E59F8AC2-730F-4A45-9974-6E4D0FF0A8CD}" destId="{B637644E-338B-4D37-8AFC-D01689FF94DC}" srcOrd="0" destOrd="0" presId="urn:microsoft.com/office/officeart/2008/layout/LinedList"/>
    <dgm:cxn modelId="{2EB263D4-E51E-4DF7-AC32-A1D3086CDDFF}" type="presParOf" srcId="{A78A789D-F8BE-4C73-AE70-42458BF5EB8F}" destId="{D79129E1-614F-416E-80C6-141F16B93AB6}" srcOrd="0" destOrd="0" presId="urn:microsoft.com/office/officeart/2008/layout/LinedList"/>
    <dgm:cxn modelId="{1B315B5F-DECF-4D0E-937F-9CE664F5C3AC}" type="presParOf" srcId="{A78A789D-F8BE-4C73-AE70-42458BF5EB8F}" destId="{11E10C66-1984-4FBE-BA00-746B495DB4B6}" srcOrd="1" destOrd="0" presId="urn:microsoft.com/office/officeart/2008/layout/LinedList"/>
    <dgm:cxn modelId="{48C6C8A6-1D21-46C9-9FF2-6DA8096A8CD8}" type="presParOf" srcId="{11E10C66-1984-4FBE-BA00-746B495DB4B6}" destId="{B637644E-338B-4D37-8AFC-D01689FF94DC}" srcOrd="0" destOrd="0" presId="urn:microsoft.com/office/officeart/2008/layout/LinedList"/>
    <dgm:cxn modelId="{46556379-2D6E-4B03-B97E-4A4589CFA4EA}" type="presParOf" srcId="{11E10C66-1984-4FBE-BA00-746B495DB4B6}" destId="{5468B793-A770-4BD3-B210-89331C2301B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FF86C8-C8F5-4E02-9C92-02EEFEAEE51E}" type="doc">
      <dgm:prSet loTypeId="urn:microsoft.com/office/officeart/2016/7/layout/VerticalSolidActionList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A9673DD-C13A-4FD7-977D-529E32AE3C3A}">
      <dgm:prSet/>
      <dgm:spPr/>
      <dgm:t>
        <a:bodyPr/>
        <a:lstStyle/>
        <a:p>
          <a:r>
            <a:rPr lang="en-US"/>
            <a:t>Prevent</a:t>
          </a:r>
        </a:p>
      </dgm:t>
    </dgm:pt>
    <dgm:pt modelId="{7F2E7CCE-9EC1-4246-A54B-90CD7024878A}" type="parTrans" cxnId="{E6DE3045-AA54-4F59-A047-C78AB4BA78BE}">
      <dgm:prSet/>
      <dgm:spPr/>
      <dgm:t>
        <a:bodyPr/>
        <a:lstStyle/>
        <a:p>
          <a:endParaRPr lang="en-US"/>
        </a:p>
      </dgm:t>
    </dgm:pt>
    <dgm:pt modelId="{5F88C129-0BEA-477E-A641-46F9EF4601DF}" type="sibTrans" cxnId="{E6DE3045-AA54-4F59-A047-C78AB4BA78BE}">
      <dgm:prSet/>
      <dgm:spPr/>
      <dgm:t>
        <a:bodyPr/>
        <a:lstStyle/>
        <a:p>
          <a:endParaRPr lang="en-US"/>
        </a:p>
      </dgm:t>
    </dgm:pt>
    <dgm:pt modelId="{2AC3BA5C-2915-4279-9339-3995EE091897}">
      <dgm:prSet/>
      <dgm:spPr/>
      <dgm:t>
        <a:bodyPr/>
        <a:lstStyle/>
        <a:p>
          <a:r>
            <a:rPr lang="en-US"/>
            <a:t>Prevent secrets being committed to source control</a:t>
          </a:r>
        </a:p>
      </dgm:t>
    </dgm:pt>
    <dgm:pt modelId="{5856C745-6671-4817-A5C9-0AD2E1026421}" type="parTrans" cxnId="{7D317996-7E98-49AD-9B65-8ED29E0AB45F}">
      <dgm:prSet/>
      <dgm:spPr/>
      <dgm:t>
        <a:bodyPr/>
        <a:lstStyle/>
        <a:p>
          <a:endParaRPr lang="en-US"/>
        </a:p>
      </dgm:t>
    </dgm:pt>
    <dgm:pt modelId="{245DDF5C-64AA-46B6-A540-90AB53645C50}" type="sibTrans" cxnId="{7D317996-7E98-49AD-9B65-8ED29E0AB45F}">
      <dgm:prSet/>
      <dgm:spPr/>
      <dgm:t>
        <a:bodyPr/>
        <a:lstStyle/>
        <a:p>
          <a:endParaRPr lang="en-US"/>
        </a:p>
      </dgm:t>
    </dgm:pt>
    <dgm:pt modelId="{A04724BB-A5C8-465C-81B1-5021C4BB5599}">
      <dgm:prSet/>
      <dgm:spPr/>
      <dgm:t>
        <a:bodyPr/>
        <a:lstStyle/>
        <a:p>
          <a:r>
            <a:rPr lang="en-US"/>
            <a:t>Store</a:t>
          </a:r>
        </a:p>
      </dgm:t>
    </dgm:pt>
    <dgm:pt modelId="{253A544B-35E3-4B4A-81D2-109C8E27AC09}" type="parTrans" cxnId="{7CBD3BBA-46E5-4205-9383-3CCF13FDB41B}">
      <dgm:prSet/>
      <dgm:spPr/>
      <dgm:t>
        <a:bodyPr/>
        <a:lstStyle/>
        <a:p>
          <a:endParaRPr lang="en-US"/>
        </a:p>
      </dgm:t>
    </dgm:pt>
    <dgm:pt modelId="{F48EF72F-A2CB-4457-B8F9-81D7EA20AE88}" type="sibTrans" cxnId="{7CBD3BBA-46E5-4205-9383-3CCF13FDB41B}">
      <dgm:prSet/>
      <dgm:spPr/>
      <dgm:t>
        <a:bodyPr/>
        <a:lstStyle/>
        <a:p>
          <a:endParaRPr lang="en-US"/>
        </a:p>
      </dgm:t>
    </dgm:pt>
    <dgm:pt modelId="{59098972-C597-4F4B-9957-1A902CD8ED8A}">
      <dgm:prSet/>
      <dgm:spPr/>
      <dgm:t>
        <a:bodyPr/>
        <a:lstStyle/>
        <a:p>
          <a:r>
            <a:rPr lang="en-US"/>
            <a:t>Store secrets in secret managers and inject into CI/CD. Don’t hard code</a:t>
          </a:r>
        </a:p>
      </dgm:t>
    </dgm:pt>
    <dgm:pt modelId="{4EF8C971-378F-4BC7-81C9-25FD16BB78BB}" type="parTrans" cxnId="{065FA891-BB19-467D-B0B7-1F0AECE839E8}">
      <dgm:prSet/>
      <dgm:spPr/>
      <dgm:t>
        <a:bodyPr/>
        <a:lstStyle/>
        <a:p>
          <a:endParaRPr lang="en-US"/>
        </a:p>
      </dgm:t>
    </dgm:pt>
    <dgm:pt modelId="{5B829432-9EDB-47AF-A507-737B43835D32}" type="sibTrans" cxnId="{065FA891-BB19-467D-B0B7-1F0AECE839E8}">
      <dgm:prSet/>
      <dgm:spPr/>
      <dgm:t>
        <a:bodyPr/>
        <a:lstStyle/>
        <a:p>
          <a:endParaRPr lang="en-US"/>
        </a:p>
      </dgm:t>
    </dgm:pt>
    <dgm:pt modelId="{D12EBFA4-EB2E-45F1-99D2-00E2DEDFDD34}">
      <dgm:prSet/>
      <dgm:spPr/>
      <dgm:t>
        <a:bodyPr/>
        <a:lstStyle/>
        <a:p>
          <a:r>
            <a:rPr lang="en-US"/>
            <a:t>Enable</a:t>
          </a:r>
        </a:p>
      </dgm:t>
    </dgm:pt>
    <dgm:pt modelId="{60ECC652-1DCB-4920-98B4-7E1429FB0CDE}" type="parTrans" cxnId="{A5152E9D-DBFD-4C74-B994-75A9B6B3E9DE}">
      <dgm:prSet/>
      <dgm:spPr/>
      <dgm:t>
        <a:bodyPr/>
        <a:lstStyle/>
        <a:p>
          <a:endParaRPr lang="en-US"/>
        </a:p>
      </dgm:t>
    </dgm:pt>
    <dgm:pt modelId="{EDEE413A-8C00-4525-AA51-95FDE8426A98}" type="sibTrans" cxnId="{A5152E9D-DBFD-4C74-B994-75A9B6B3E9DE}">
      <dgm:prSet/>
      <dgm:spPr/>
      <dgm:t>
        <a:bodyPr/>
        <a:lstStyle/>
        <a:p>
          <a:endParaRPr lang="en-US"/>
        </a:p>
      </dgm:t>
    </dgm:pt>
    <dgm:pt modelId="{21191026-9386-49AF-9810-F05524FCD92B}">
      <dgm:prSet/>
      <dgm:spPr/>
      <dgm:t>
        <a:bodyPr/>
        <a:lstStyle/>
        <a:p>
          <a:r>
            <a:rPr lang="en-US"/>
            <a:t>Enable dependency scanning</a:t>
          </a:r>
        </a:p>
      </dgm:t>
    </dgm:pt>
    <dgm:pt modelId="{40316815-21A9-4551-BE1B-3FF4082F204F}" type="parTrans" cxnId="{CAD4C9DF-AEDB-4E63-8009-F4EFC942CBA1}">
      <dgm:prSet/>
      <dgm:spPr/>
      <dgm:t>
        <a:bodyPr/>
        <a:lstStyle/>
        <a:p>
          <a:endParaRPr lang="en-US"/>
        </a:p>
      </dgm:t>
    </dgm:pt>
    <dgm:pt modelId="{6E721EA0-75B2-4B65-B201-3E71EDE5DEC9}" type="sibTrans" cxnId="{CAD4C9DF-AEDB-4E63-8009-F4EFC942CBA1}">
      <dgm:prSet/>
      <dgm:spPr/>
      <dgm:t>
        <a:bodyPr/>
        <a:lstStyle/>
        <a:p>
          <a:endParaRPr lang="en-US"/>
        </a:p>
      </dgm:t>
    </dgm:pt>
    <dgm:pt modelId="{ED964F66-D559-4B3A-904E-D443D7C077B8}">
      <dgm:prSet/>
      <dgm:spPr/>
      <dgm:t>
        <a:bodyPr/>
        <a:lstStyle/>
        <a:p>
          <a:r>
            <a:rPr lang="en-US"/>
            <a:t>Pin</a:t>
          </a:r>
        </a:p>
      </dgm:t>
    </dgm:pt>
    <dgm:pt modelId="{BFC5D255-8560-48D9-AA2B-4C8986359FFC}" type="parTrans" cxnId="{00717392-9AED-44AB-9729-EF52A1ECDBDF}">
      <dgm:prSet/>
      <dgm:spPr/>
      <dgm:t>
        <a:bodyPr/>
        <a:lstStyle/>
        <a:p>
          <a:endParaRPr lang="en-US"/>
        </a:p>
      </dgm:t>
    </dgm:pt>
    <dgm:pt modelId="{21F29825-3617-4BB0-B359-D182612A88FA}" type="sibTrans" cxnId="{00717392-9AED-44AB-9729-EF52A1ECDBDF}">
      <dgm:prSet/>
      <dgm:spPr/>
      <dgm:t>
        <a:bodyPr/>
        <a:lstStyle/>
        <a:p>
          <a:endParaRPr lang="en-US"/>
        </a:p>
      </dgm:t>
    </dgm:pt>
    <dgm:pt modelId="{9644BAED-E04B-45F9-B1E8-C022D0336F26}">
      <dgm:prSet/>
      <dgm:spPr/>
      <dgm:t>
        <a:bodyPr/>
        <a:lstStyle/>
        <a:p>
          <a:r>
            <a:rPr lang="en-US"/>
            <a:t>Pin third-party libraries to prevent unexpected updates/ malicious actions </a:t>
          </a:r>
        </a:p>
      </dgm:t>
    </dgm:pt>
    <dgm:pt modelId="{A74EF557-518A-4982-B3A3-48DD215A3B91}" type="parTrans" cxnId="{38AED7C0-E845-45B3-85E7-04EED60C4358}">
      <dgm:prSet/>
      <dgm:spPr/>
      <dgm:t>
        <a:bodyPr/>
        <a:lstStyle/>
        <a:p>
          <a:endParaRPr lang="en-US"/>
        </a:p>
      </dgm:t>
    </dgm:pt>
    <dgm:pt modelId="{FA68F4C3-4C1D-4883-A9F0-7E16DCDEFEC7}" type="sibTrans" cxnId="{38AED7C0-E845-45B3-85E7-04EED60C4358}">
      <dgm:prSet/>
      <dgm:spPr/>
      <dgm:t>
        <a:bodyPr/>
        <a:lstStyle/>
        <a:p>
          <a:endParaRPr lang="en-US"/>
        </a:p>
      </dgm:t>
    </dgm:pt>
    <dgm:pt modelId="{D6DD2BB8-1BA8-4310-800C-AA616E28B2BF}" type="pres">
      <dgm:prSet presAssocID="{65FF86C8-C8F5-4E02-9C92-02EEFEAEE51E}" presName="Name0" presStyleCnt="0">
        <dgm:presLayoutVars>
          <dgm:dir/>
          <dgm:animLvl val="lvl"/>
          <dgm:resizeHandles val="exact"/>
        </dgm:presLayoutVars>
      </dgm:prSet>
      <dgm:spPr/>
    </dgm:pt>
    <dgm:pt modelId="{07E2FA0E-5211-439C-8627-8A23D43CA2AD}" type="pres">
      <dgm:prSet presAssocID="{CA9673DD-C13A-4FD7-977D-529E32AE3C3A}" presName="linNode" presStyleCnt="0"/>
      <dgm:spPr/>
    </dgm:pt>
    <dgm:pt modelId="{E17871F3-55E3-414F-83B8-6DEA854F9F3B}" type="pres">
      <dgm:prSet presAssocID="{CA9673DD-C13A-4FD7-977D-529E32AE3C3A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A681A856-7AEA-4BEC-AFF6-5B7CD545FE16}" type="pres">
      <dgm:prSet presAssocID="{CA9673DD-C13A-4FD7-977D-529E32AE3C3A}" presName="descendantText" presStyleLbl="alignAccFollowNode1" presStyleIdx="0" presStyleCnt="4">
        <dgm:presLayoutVars>
          <dgm:bulletEnabled/>
        </dgm:presLayoutVars>
      </dgm:prSet>
      <dgm:spPr/>
    </dgm:pt>
    <dgm:pt modelId="{D43793B2-6181-4829-ACC1-A0C77BD44461}" type="pres">
      <dgm:prSet presAssocID="{5F88C129-0BEA-477E-A641-46F9EF4601DF}" presName="sp" presStyleCnt="0"/>
      <dgm:spPr/>
    </dgm:pt>
    <dgm:pt modelId="{39AC2AF2-0D4C-426E-BB47-EDED6CBD667D}" type="pres">
      <dgm:prSet presAssocID="{A04724BB-A5C8-465C-81B1-5021C4BB5599}" presName="linNode" presStyleCnt="0"/>
      <dgm:spPr/>
    </dgm:pt>
    <dgm:pt modelId="{23A27B57-2A29-46CD-894A-DC92AD9BA838}" type="pres">
      <dgm:prSet presAssocID="{A04724BB-A5C8-465C-81B1-5021C4BB5599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6AD84E78-38AC-479A-A86E-703B2EA67156}" type="pres">
      <dgm:prSet presAssocID="{A04724BB-A5C8-465C-81B1-5021C4BB5599}" presName="descendantText" presStyleLbl="alignAccFollowNode1" presStyleIdx="1" presStyleCnt="4">
        <dgm:presLayoutVars>
          <dgm:bulletEnabled/>
        </dgm:presLayoutVars>
      </dgm:prSet>
      <dgm:spPr/>
    </dgm:pt>
    <dgm:pt modelId="{68E9503B-F4CD-4DBC-876B-F7C0EED12193}" type="pres">
      <dgm:prSet presAssocID="{F48EF72F-A2CB-4457-B8F9-81D7EA20AE88}" presName="sp" presStyleCnt="0"/>
      <dgm:spPr/>
    </dgm:pt>
    <dgm:pt modelId="{165C5C0D-A331-405B-94B2-08452D041AD4}" type="pres">
      <dgm:prSet presAssocID="{D12EBFA4-EB2E-45F1-99D2-00E2DEDFDD34}" presName="linNode" presStyleCnt="0"/>
      <dgm:spPr/>
    </dgm:pt>
    <dgm:pt modelId="{ED28EB12-A47D-47F4-89AE-198A243D28B0}" type="pres">
      <dgm:prSet presAssocID="{D12EBFA4-EB2E-45F1-99D2-00E2DEDFDD34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026A8826-7361-4D86-881E-5DE7BAD4332C}" type="pres">
      <dgm:prSet presAssocID="{D12EBFA4-EB2E-45F1-99D2-00E2DEDFDD34}" presName="descendantText" presStyleLbl="alignAccFollowNode1" presStyleIdx="2" presStyleCnt="4">
        <dgm:presLayoutVars>
          <dgm:bulletEnabled/>
        </dgm:presLayoutVars>
      </dgm:prSet>
      <dgm:spPr/>
    </dgm:pt>
    <dgm:pt modelId="{9FE85031-432D-4583-9C18-FE1BC441829A}" type="pres">
      <dgm:prSet presAssocID="{EDEE413A-8C00-4525-AA51-95FDE8426A98}" presName="sp" presStyleCnt="0"/>
      <dgm:spPr/>
    </dgm:pt>
    <dgm:pt modelId="{F43B1377-BE44-4845-8A7A-0B49C5B2D573}" type="pres">
      <dgm:prSet presAssocID="{ED964F66-D559-4B3A-904E-D443D7C077B8}" presName="linNode" presStyleCnt="0"/>
      <dgm:spPr/>
    </dgm:pt>
    <dgm:pt modelId="{A0ECFDCB-54CF-4352-AFCA-D46EBE875C6C}" type="pres">
      <dgm:prSet presAssocID="{ED964F66-D559-4B3A-904E-D443D7C077B8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781C5B96-3ED3-46B2-AC8F-18653C9323B6}" type="pres">
      <dgm:prSet presAssocID="{ED964F66-D559-4B3A-904E-D443D7C077B8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64543D07-D87F-4BA4-BB53-D9F6A3757BE3}" type="presOf" srcId="{A04724BB-A5C8-465C-81B1-5021C4BB5599}" destId="{23A27B57-2A29-46CD-894A-DC92AD9BA838}" srcOrd="0" destOrd="0" presId="urn:microsoft.com/office/officeart/2016/7/layout/VerticalSolidActionList"/>
    <dgm:cxn modelId="{1535E10A-AF3A-4D98-A054-3BDB99968D0D}" type="presOf" srcId="{59098972-C597-4F4B-9957-1A902CD8ED8A}" destId="{6AD84E78-38AC-479A-A86E-703B2EA67156}" srcOrd="0" destOrd="0" presId="urn:microsoft.com/office/officeart/2016/7/layout/VerticalSolidActionList"/>
    <dgm:cxn modelId="{1E23F760-A24B-4067-A218-57C4AEF66A17}" type="presOf" srcId="{9644BAED-E04B-45F9-B1E8-C022D0336F26}" destId="{781C5B96-3ED3-46B2-AC8F-18653C9323B6}" srcOrd="0" destOrd="0" presId="urn:microsoft.com/office/officeart/2016/7/layout/VerticalSolidActionList"/>
    <dgm:cxn modelId="{319ED843-3996-4FE2-8A6E-D2E48139C55A}" type="presOf" srcId="{21191026-9386-49AF-9810-F05524FCD92B}" destId="{026A8826-7361-4D86-881E-5DE7BAD4332C}" srcOrd="0" destOrd="0" presId="urn:microsoft.com/office/officeart/2016/7/layout/VerticalSolidActionList"/>
    <dgm:cxn modelId="{E6DE3045-AA54-4F59-A047-C78AB4BA78BE}" srcId="{65FF86C8-C8F5-4E02-9C92-02EEFEAEE51E}" destId="{CA9673DD-C13A-4FD7-977D-529E32AE3C3A}" srcOrd="0" destOrd="0" parTransId="{7F2E7CCE-9EC1-4246-A54B-90CD7024878A}" sibTransId="{5F88C129-0BEA-477E-A641-46F9EF4601DF}"/>
    <dgm:cxn modelId="{065FA891-BB19-467D-B0B7-1F0AECE839E8}" srcId="{A04724BB-A5C8-465C-81B1-5021C4BB5599}" destId="{59098972-C597-4F4B-9957-1A902CD8ED8A}" srcOrd="0" destOrd="0" parTransId="{4EF8C971-378F-4BC7-81C9-25FD16BB78BB}" sibTransId="{5B829432-9EDB-47AF-A507-737B43835D32}"/>
    <dgm:cxn modelId="{00717392-9AED-44AB-9729-EF52A1ECDBDF}" srcId="{65FF86C8-C8F5-4E02-9C92-02EEFEAEE51E}" destId="{ED964F66-D559-4B3A-904E-D443D7C077B8}" srcOrd="3" destOrd="0" parTransId="{BFC5D255-8560-48D9-AA2B-4C8986359FFC}" sibTransId="{21F29825-3617-4BB0-B359-D182612A88FA}"/>
    <dgm:cxn modelId="{9B0A2A96-6747-471C-B5FB-D3068154FBCD}" type="presOf" srcId="{CA9673DD-C13A-4FD7-977D-529E32AE3C3A}" destId="{E17871F3-55E3-414F-83B8-6DEA854F9F3B}" srcOrd="0" destOrd="0" presId="urn:microsoft.com/office/officeart/2016/7/layout/VerticalSolidActionList"/>
    <dgm:cxn modelId="{7D317996-7E98-49AD-9B65-8ED29E0AB45F}" srcId="{CA9673DD-C13A-4FD7-977D-529E32AE3C3A}" destId="{2AC3BA5C-2915-4279-9339-3995EE091897}" srcOrd="0" destOrd="0" parTransId="{5856C745-6671-4817-A5C9-0AD2E1026421}" sibTransId="{245DDF5C-64AA-46B6-A540-90AB53645C50}"/>
    <dgm:cxn modelId="{A5152E9D-DBFD-4C74-B994-75A9B6B3E9DE}" srcId="{65FF86C8-C8F5-4E02-9C92-02EEFEAEE51E}" destId="{D12EBFA4-EB2E-45F1-99D2-00E2DEDFDD34}" srcOrd="2" destOrd="0" parTransId="{60ECC652-1DCB-4920-98B4-7E1429FB0CDE}" sibTransId="{EDEE413A-8C00-4525-AA51-95FDE8426A98}"/>
    <dgm:cxn modelId="{6727A5B1-FBCC-41BA-AEA5-D8C5B1E4F56C}" type="presOf" srcId="{ED964F66-D559-4B3A-904E-D443D7C077B8}" destId="{A0ECFDCB-54CF-4352-AFCA-D46EBE875C6C}" srcOrd="0" destOrd="0" presId="urn:microsoft.com/office/officeart/2016/7/layout/VerticalSolidActionList"/>
    <dgm:cxn modelId="{7CBD3BBA-46E5-4205-9383-3CCF13FDB41B}" srcId="{65FF86C8-C8F5-4E02-9C92-02EEFEAEE51E}" destId="{A04724BB-A5C8-465C-81B1-5021C4BB5599}" srcOrd="1" destOrd="0" parTransId="{253A544B-35E3-4B4A-81D2-109C8E27AC09}" sibTransId="{F48EF72F-A2CB-4457-B8F9-81D7EA20AE88}"/>
    <dgm:cxn modelId="{38AED7C0-E845-45B3-85E7-04EED60C4358}" srcId="{ED964F66-D559-4B3A-904E-D443D7C077B8}" destId="{9644BAED-E04B-45F9-B1E8-C022D0336F26}" srcOrd="0" destOrd="0" parTransId="{A74EF557-518A-4982-B3A3-48DD215A3B91}" sibTransId="{FA68F4C3-4C1D-4883-A9F0-7E16DCDEFEC7}"/>
    <dgm:cxn modelId="{8D4F5CD7-C2A0-4B62-9B70-4524EA4069C8}" type="presOf" srcId="{2AC3BA5C-2915-4279-9339-3995EE091897}" destId="{A681A856-7AEA-4BEC-AFF6-5B7CD545FE16}" srcOrd="0" destOrd="0" presId="urn:microsoft.com/office/officeart/2016/7/layout/VerticalSolidActionList"/>
    <dgm:cxn modelId="{CAD4C9DF-AEDB-4E63-8009-F4EFC942CBA1}" srcId="{D12EBFA4-EB2E-45F1-99D2-00E2DEDFDD34}" destId="{21191026-9386-49AF-9810-F05524FCD92B}" srcOrd="0" destOrd="0" parTransId="{40316815-21A9-4551-BE1B-3FF4082F204F}" sibTransId="{6E721EA0-75B2-4B65-B201-3E71EDE5DEC9}"/>
    <dgm:cxn modelId="{1DF510F3-3249-410E-90FB-1BE523181D46}" type="presOf" srcId="{65FF86C8-C8F5-4E02-9C92-02EEFEAEE51E}" destId="{D6DD2BB8-1BA8-4310-800C-AA616E28B2BF}" srcOrd="0" destOrd="0" presId="urn:microsoft.com/office/officeart/2016/7/layout/VerticalSolidActionList"/>
    <dgm:cxn modelId="{207DA2F6-1EC4-44F2-9975-F11A5CE3452B}" type="presOf" srcId="{D12EBFA4-EB2E-45F1-99D2-00E2DEDFDD34}" destId="{ED28EB12-A47D-47F4-89AE-198A243D28B0}" srcOrd="0" destOrd="0" presId="urn:microsoft.com/office/officeart/2016/7/layout/VerticalSolidActionList"/>
    <dgm:cxn modelId="{AB4FB072-82CA-4002-A239-F3F6FE96B872}" type="presParOf" srcId="{D6DD2BB8-1BA8-4310-800C-AA616E28B2BF}" destId="{07E2FA0E-5211-439C-8627-8A23D43CA2AD}" srcOrd="0" destOrd="0" presId="urn:microsoft.com/office/officeart/2016/7/layout/VerticalSolidActionList"/>
    <dgm:cxn modelId="{775FA2FD-5959-4714-883E-8D6F55E61592}" type="presParOf" srcId="{07E2FA0E-5211-439C-8627-8A23D43CA2AD}" destId="{E17871F3-55E3-414F-83B8-6DEA854F9F3B}" srcOrd="0" destOrd="0" presId="urn:microsoft.com/office/officeart/2016/7/layout/VerticalSolidActionList"/>
    <dgm:cxn modelId="{FDD0C8ED-EA38-4F34-A864-6A959287816C}" type="presParOf" srcId="{07E2FA0E-5211-439C-8627-8A23D43CA2AD}" destId="{A681A856-7AEA-4BEC-AFF6-5B7CD545FE16}" srcOrd="1" destOrd="0" presId="urn:microsoft.com/office/officeart/2016/7/layout/VerticalSolidActionList"/>
    <dgm:cxn modelId="{399D72D0-9CE7-4C25-97FB-BBA75A03489D}" type="presParOf" srcId="{D6DD2BB8-1BA8-4310-800C-AA616E28B2BF}" destId="{D43793B2-6181-4829-ACC1-A0C77BD44461}" srcOrd="1" destOrd="0" presId="urn:microsoft.com/office/officeart/2016/7/layout/VerticalSolidActionList"/>
    <dgm:cxn modelId="{94E4A931-2ADC-434D-90D5-64FCE57807ED}" type="presParOf" srcId="{D6DD2BB8-1BA8-4310-800C-AA616E28B2BF}" destId="{39AC2AF2-0D4C-426E-BB47-EDED6CBD667D}" srcOrd="2" destOrd="0" presId="urn:microsoft.com/office/officeart/2016/7/layout/VerticalSolidActionList"/>
    <dgm:cxn modelId="{2DCEECE0-D8F0-4CBB-B54B-87FB0178A307}" type="presParOf" srcId="{39AC2AF2-0D4C-426E-BB47-EDED6CBD667D}" destId="{23A27B57-2A29-46CD-894A-DC92AD9BA838}" srcOrd="0" destOrd="0" presId="urn:microsoft.com/office/officeart/2016/7/layout/VerticalSolidActionList"/>
    <dgm:cxn modelId="{120EC468-FE98-429B-A7B6-5386401DCCDF}" type="presParOf" srcId="{39AC2AF2-0D4C-426E-BB47-EDED6CBD667D}" destId="{6AD84E78-38AC-479A-A86E-703B2EA67156}" srcOrd="1" destOrd="0" presId="urn:microsoft.com/office/officeart/2016/7/layout/VerticalSolidActionList"/>
    <dgm:cxn modelId="{2E9B8AAA-EDB4-43FA-95CB-4CFC5CD9174A}" type="presParOf" srcId="{D6DD2BB8-1BA8-4310-800C-AA616E28B2BF}" destId="{68E9503B-F4CD-4DBC-876B-F7C0EED12193}" srcOrd="3" destOrd="0" presId="urn:microsoft.com/office/officeart/2016/7/layout/VerticalSolidActionList"/>
    <dgm:cxn modelId="{6D023CE6-61B3-4B9D-B2E1-F18A9281568A}" type="presParOf" srcId="{D6DD2BB8-1BA8-4310-800C-AA616E28B2BF}" destId="{165C5C0D-A331-405B-94B2-08452D041AD4}" srcOrd="4" destOrd="0" presId="urn:microsoft.com/office/officeart/2016/7/layout/VerticalSolidActionList"/>
    <dgm:cxn modelId="{8C5C3A76-8FEC-47B3-B265-BD585DAD5897}" type="presParOf" srcId="{165C5C0D-A331-405B-94B2-08452D041AD4}" destId="{ED28EB12-A47D-47F4-89AE-198A243D28B0}" srcOrd="0" destOrd="0" presId="urn:microsoft.com/office/officeart/2016/7/layout/VerticalSolidActionList"/>
    <dgm:cxn modelId="{024BA26D-D2D5-4C31-8544-78210A23B5CE}" type="presParOf" srcId="{165C5C0D-A331-405B-94B2-08452D041AD4}" destId="{026A8826-7361-4D86-881E-5DE7BAD4332C}" srcOrd="1" destOrd="0" presId="urn:microsoft.com/office/officeart/2016/7/layout/VerticalSolidActionList"/>
    <dgm:cxn modelId="{1066495E-2D5E-499B-8EE3-3EC132F06352}" type="presParOf" srcId="{D6DD2BB8-1BA8-4310-800C-AA616E28B2BF}" destId="{9FE85031-432D-4583-9C18-FE1BC441829A}" srcOrd="5" destOrd="0" presId="urn:microsoft.com/office/officeart/2016/7/layout/VerticalSolidActionList"/>
    <dgm:cxn modelId="{279A6D93-6D24-41AB-AFF2-B5A958FDAF5A}" type="presParOf" srcId="{D6DD2BB8-1BA8-4310-800C-AA616E28B2BF}" destId="{F43B1377-BE44-4845-8A7A-0B49C5B2D573}" srcOrd="6" destOrd="0" presId="urn:microsoft.com/office/officeart/2016/7/layout/VerticalSolidActionList"/>
    <dgm:cxn modelId="{96FADA3A-7AB8-41DA-A983-27A3F05D6FAF}" type="presParOf" srcId="{F43B1377-BE44-4845-8A7A-0B49C5B2D573}" destId="{A0ECFDCB-54CF-4352-AFCA-D46EBE875C6C}" srcOrd="0" destOrd="0" presId="urn:microsoft.com/office/officeart/2016/7/layout/VerticalSolidActionList"/>
    <dgm:cxn modelId="{4DEFE83C-1157-45FC-958D-46269BC31B79}" type="presParOf" srcId="{F43B1377-BE44-4845-8A7A-0B49C5B2D573}" destId="{781C5B96-3ED3-46B2-AC8F-18653C9323B6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77A724-CA12-484F-A186-6D990C04A6B6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ADE3381-E70F-4DD2-B22C-B8FC7F818972}">
      <dgm:prSet/>
      <dgm:spPr/>
      <dgm:t>
        <a:bodyPr/>
        <a:lstStyle/>
        <a:p>
          <a:r>
            <a:rPr lang="en-US"/>
            <a:t>Restrict workflow permissions to select repositories and actions</a:t>
          </a:r>
        </a:p>
      </dgm:t>
    </dgm:pt>
    <dgm:pt modelId="{E989B5FE-233F-4952-A3A9-DC1308E3D039}" type="parTrans" cxnId="{024F2CC4-298C-4895-B99D-2193B9D8BF7B}">
      <dgm:prSet/>
      <dgm:spPr/>
      <dgm:t>
        <a:bodyPr/>
        <a:lstStyle/>
        <a:p>
          <a:endParaRPr lang="en-US"/>
        </a:p>
      </dgm:t>
    </dgm:pt>
    <dgm:pt modelId="{A341BDAF-F245-42FF-A896-9F98D446DEBF}" type="sibTrans" cxnId="{024F2CC4-298C-4895-B99D-2193B9D8BF7B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377B9AFE-E87D-447F-AFC4-9DEC55845413}">
      <dgm:prSet/>
      <dgm:spPr/>
      <dgm:t>
        <a:bodyPr/>
        <a:lstStyle/>
        <a:p>
          <a:r>
            <a:rPr lang="en-US"/>
            <a:t>Protect against untrusted inputs</a:t>
          </a:r>
        </a:p>
      </dgm:t>
    </dgm:pt>
    <dgm:pt modelId="{A4F4805C-8501-4E9C-A6B2-CA851DFB1FDA}" type="parTrans" cxnId="{5595584E-12A3-4BE8-8DC1-5AC5A4637F28}">
      <dgm:prSet/>
      <dgm:spPr/>
      <dgm:t>
        <a:bodyPr/>
        <a:lstStyle/>
        <a:p>
          <a:endParaRPr lang="en-US"/>
        </a:p>
      </dgm:t>
    </dgm:pt>
    <dgm:pt modelId="{CC21D7EF-BCCE-47D2-98D4-F9FFF43F3896}" type="sibTrans" cxnId="{5595584E-12A3-4BE8-8DC1-5AC5A4637F28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E6185081-C845-4DBF-8FE6-DFD1F1E5F5D7}">
      <dgm:prSet/>
      <dgm:spPr/>
      <dgm:t>
        <a:bodyPr/>
        <a:lstStyle/>
        <a:p>
          <a:r>
            <a:rPr lang="en-US"/>
            <a:t>Don’t pull from unknown forks</a:t>
          </a:r>
        </a:p>
      </dgm:t>
    </dgm:pt>
    <dgm:pt modelId="{713B3755-93AD-4396-B043-496413D31557}" type="parTrans" cxnId="{276EC915-2632-4786-9A5D-1713DE29756C}">
      <dgm:prSet/>
      <dgm:spPr/>
      <dgm:t>
        <a:bodyPr/>
        <a:lstStyle/>
        <a:p>
          <a:endParaRPr lang="en-US"/>
        </a:p>
      </dgm:t>
    </dgm:pt>
    <dgm:pt modelId="{73208A72-A339-40A3-9568-F0D3A212B5BE}" type="sibTrans" cxnId="{276EC915-2632-4786-9A5D-1713DE29756C}">
      <dgm:prSet/>
      <dgm:spPr/>
      <dgm:t>
        <a:bodyPr/>
        <a:lstStyle/>
        <a:p>
          <a:endParaRPr lang="en-US"/>
        </a:p>
      </dgm:t>
    </dgm:pt>
    <dgm:pt modelId="{C4BDB067-131C-468B-A4B8-28C27E8FD258}">
      <dgm:prSet/>
      <dgm:spPr/>
      <dgm:t>
        <a:bodyPr/>
        <a:lstStyle/>
        <a:p>
          <a:r>
            <a:rPr lang="en-US"/>
            <a:t>Separate Runners and environments</a:t>
          </a:r>
        </a:p>
      </dgm:t>
    </dgm:pt>
    <dgm:pt modelId="{A21A1CC3-6A0D-42FE-8A0F-C2A0E2BA7E86}" type="parTrans" cxnId="{E2A28D72-6D0F-477E-8BF3-325502BB2DA2}">
      <dgm:prSet/>
      <dgm:spPr/>
      <dgm:t>
        <a:bodyPr/>
        <a:lstStyle/>
        <a:p>
          <a:endParaRPr lang="en-US"/>
        </a:p>
      </dgm:t>
    </dgm:pt>
    <dgm:pt modelId="{2053A2FB-8A55-4098-9139-D5551F070069}" type="sibTrans" cxnId="{E2A28D72-6D0F-477E-8BF3-325502BB2DA2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690F7A6-F27C-4C0D-9055-919D9522BE96}">
      <dgm:prSet/>
      <dgm:spPr/>
      <dgm:t>
        <a:bodyPr/>
        <a:lstStyle/>
        <a:p>
          <a:r>
            <a:rPr lang="en-US"/>
            <a:t>Do not allow workflows to approve Pull Requests</a:t>
          </a:r>
        </a:p>
      </dgm:t>
    </dgm:pt>
    <dgm:pt modelId="{0B972AB2-703E-44CA-A19F-E0FFD0497692}" type="parTrans" cxnId="{195195E0-63FE-495D-A786-653DB2AD934E}">
      <dgm:prSet/>
      <dgm:spPr/>
      <dgm:t>
        <a:bodyPr/>
        <a:lstStyle/>
        <a:p>
          <a:endParaRPr lang="en-US"/>
        </a:p>
      </dgm:t>
    </dgm:pt>
    <dgm:pt modelId="{EFC0F476-4732-456E-BBF5-C3DAE4AF74D6}" type="sibTrans" cxnId="{195195E0-63FE-495D-A786-653DB2AD934E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90456E32-9E47-4748-88AB-E723D7B66ABA}" type="pres">
      <dgm:prSet presAssocID="{EF77A724-CA12-484F-A186-6D990C04A6B6}" presName="Name0" presStyleCnt="0">
        <dgm:presLayoutVars>
          <dgm:animLvl val="lvl"/>
          <dgm:resizeHandles val="exact"/>
        </dgm:presLayoutVars>
      </dgm:prSet>
      <dgm:spPr/>
    </dgm:pt>
    <dgm:pt modelId="{5AAA010B-B1D7-43D9-BF7C-C5CFDD553484}" type="pres">
      <dgm:prSet presAssocID="{3ADE3381-E70F-4DD2-B22C-B8FC7F818972}" presName="compositeNode" presStyleCnt="0">
        <dgm:presLayoutVars>
          <dgm:bulletEnabled val="1"/>
        </dgm:presLayoutVars>
      </dgm:prSet>
      <dgm:spPr/>
    </dgm:pt>
    <dgm:pt modelId="{A2F56185-DEA5-453A-992A-401A7016CCAC}" type="pres">
      <dgm:prSet presAssocID="{3ADE3381-E70F-4DD2-B22C-B8FC7F818972}" presName="bgRect" presStyleLbl="alignNode1" presStyleIdx="0" presStyleCnt="4"/>
      <dgm:spPr/>
    </dgm:pt>
    <dgm:pt modelId="{8537333D-8C5C-40EF-8EF5-19405D80FE0D}" type="pres">
      <dgm:prSet presAssocID="{A341BDAF-F245-42FF-A896-9F98D446DEBF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FEB0D564-8F4D-416D-BD6E-4502EDA3571D}" type="pres">
      <dgm:prSet presAssocID="{3ADE3381-E70F-4DD2-B22C-B8FC7F818972}" presName="nodeRect" presStyleLbl="alignNode1" presStyleIdx="0" presStyleCnt="4">
        <dgm:presLayoutVars>
          <dgm:bulletEnabled val="1"/>
        </dgm:presLayoutVars>
      </dgm:prSet>
      <dgm:spPr/>
    </dgm:pt>
    <dgm:pt modelId="{4F8222CD-A956-4431-B509-3480667C061A}" type="pres">
      <dgm:prSet presAssocID="{A341BDAF-F245-42FF-A896-9F98D446DEBF}" presName="sibTrans" presStyleCnt="0"/>
      <dgm:spPr/>
    </dgm:pt>
    <dgm:pt modelId="{FC39CDDE-AF05-403C-9A31-DB5F31E9A2CE}" type="pres">
      <dgm:prSet presAssocID="{377B9AFE-E87D-447F-AFC4-9DEC55845413}" presName="compositeNode" presStyleCnt="0">
        <dgm:presLayoutVars>
          <dgm:bulletEnabled val="1"/>
        </dgm:presLayoutVars>
      </dgm:prSet>
      <dgm:spPr/>
    </dgm:pt>
    <dgm:pt modelId="{AF561C9E-01C9-4690-9153-CF9E27DBA10D}" type="pres">
      <dgm:prSet presAssocID="{377B9AFE-E87D-447F-AFC4-9DEC55845413}" presName="bgRect" presStyleLbl="alignNode1" presStyleIdx="1" presStyleCnt="4"/>
      <dgm:spPr/>
    </dgm:pt>
    <dgm:pt modelId="{58AF5CAE-C42D-4D25-995F-73E5CFE8159C}" type="pres">
      <dgm:prSet presAssocID="{CC21D7EF-BCCE-47D2-98D4-F9FFF43F3896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81CB36FE-A353-4291-8B87-B6B5AC6CB8E2}" type="pres">
      <dgm:prSet presAssocID="{377B9AFE-E87D-447F-AFC4-9DEC55845413}" presName="nodeRect" presStyleLbl="alignNode1" presStyleIdx="1" presStyleCnt="4">
        <dgm:presLayoutVars>
          <dgm:bulletEnabled val="1"/>
        </dgm:presLayoutVars>
      </dgm:prSet>
      <dgm:spPr/>
    </dgm:pt>
    <dgm:pt modelId="{248A6578-3310-4E4F-A1ED-392E68F6961C}" type="pres">
      <dgm:prSet presAssocID="{CC21D7EF-BCCE-47D2-98D4-F9FFF43F3896}" presName="sibTrans" presStyleCnt="0"/>
      <dgm:spPr/>
    </dgm:pt>
    <dgm:pt modelId="{5A735B69-850E-4064-A90C-F743CC7FBF3C}" type="pres">
      <dgm:prSet presAssocID="{C4BDB067-131C-468B-A4B8-28C27E8FD258}" presName="compositeNode" presStyleCnt="0">
        <dgm:presLayoutVars>
          <dgm:bulletEnabled val="1"/>
        </dgm:presLayoutVars>
      </dgm:prSet>
      <dgm:spPr/>
    </dgm:pt>
    <dgm:pt modelId="{35870461-959B-43C8-B921-E07AF302329A}" type="pres">
      <dgm:prSet presAssocID="{C4BDB067-131C-468B-A4B8-28C27E8FD258}" presName="bgRect" presStyleLbl="alignNode1" presStyleIdx="2" presStyleCnt="4"/>
      <dgm:spPr/>
    </dgm:pt>
    <dgm:pt modelId="{0DD824AB-3CF7-4D7B-8B96-20AD8F9F9FE7}" type="pres">
      <dgm:prSet presAssocID="{2053A2FB-8A55-4098-9139-D5551F070069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2050DF67-555F-4FB9-89B0-4E091361B375}" type="pres">
      <dgm:prSet presAssocID="{C4BDB067-131C-468B-A4B8-28C27E8FD258}" presName="nodeRect" presStyleLbl="alignNode1" presStyleIdx="2" presStyleCnt="4">
        <dgm:presLayoutVars>
          <dgm:bulletEnabled val="1"/>
        </dgm:presLayoutVars>
      </dgm:prSet>
      <dgm:spPr/>
    </dgm:pt>
    <dgm:pt modelId="{20AC3346-505A-4F6D-873C-6E2CCA586374}" type="pres">
      <dgm:prSet presAssocID="{2053A2FB-8A55-4098-9139-D5551F070069}" presName="sibTrans" presStyleCnt="0"/>
      <dgm:spPr/>
    </dgm:pt>
    <dgm:pt modelId="{606C3C4F-9CB9-4FD7-9DDC-2EB9CB29781D}" type="pres">
      <dgm:prSet presAssocID="{5690F7A6-F27C-4C0D-9055-919D9522BE96}" presName="compositeNode" presStyleCnt="0">
        <dgm:presLayoutVars>
          <dgm:bulletEnabled val="1"/>
        </dgm:presLayoutVars>
      </dgm:prSet>
      <dgm:spPr/>
    </dgm:pt>
    <dgm:pt modelId="{2B8537BD-A024-4BE1-B44F-4761237995D4}" type="pres">
      <dgm:prSet presAssocID="{5690F7A6-F27C-4C0D-9055-919D9522BE96}" presName="bgRect" presStyleLbl="alignNode1" presStyleIdx="3" presStyleCnt="4"/>
      <dgm:spPr/>
    </dgm:pt>
    <dgm:pt modelId="{1FCEA2DC-D17D-4D95-9458-24315D2FDAAB}" type="pres">
      <dgm:prSet presAssocID="{EFC0F476-4732-456E-BBF5-C3DAE4AF74D6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596CD92F-BAEA-42B4-AA2B-2E39B8FBB5A6}" type="pres">
      <dgm:prSet presAssocID="{5690F7A6-F27C-4C0D-9055-919D9522BE96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9C9F3A0F-246C-4E7B-BDF1-785C0AD61C73}" type="presOf" srcId="{5690F7A6-F27C-4C0D-9055-919D9522BE96}" destId="{2B8537BD-A024-4BE1-B44F-4761237995D4}" srcOrd="0" destOrd="0" presId="urn:microsoft.com/office/officeart/2016/7/layout/LinearBlockProcessNumbered"/>
    <dgm:cxn modelId="{D2C40911-C025-48B5-9756-2ED85B883B20}" type="presOf" srcId="{EF77A724-CA12-484F-A186-6D990C04A6B6}" destId="{90456E32-9E47-4748-88AB-E723D7B66ABA}" srcOrd="0" destOrd="0" presId="urn:microsoft.com/office/officeart/2016/7/layout/LinearBlockProcessNumbered"/>
    <dgm:cxn modelId="{276EC915-2632-4786-9A5D-1713DE29756C}" srcId="{377B9AFE-E87D-447F-AFC4-9DEC55845413}" destId="{E6185081-C845-4DBF-8FE6-DFD1F1E5F5D7}" srcOrd="0" destOrd="0" parTransId="{713B3755-93AD-4396-B043-496413D31557}" sibTransId="{73208A72-A339-40A3-9568-F0D3A212B5BE}"/>
    <dgm:cxn modelId="{7A405218-8834-4A45-BEDE-977B33FB13BC}" type="presOf" srcId="{377B9AFE-E87D-447F-AFC4-9DEC55845413}" destId="{AF561C9E-01C9-4690-9153-CF9E27DBA10D}" srcOrd="0" destOrd="0" presId="urn:microsoft.com/office/officeart/2016/7/layout/LinearBlockProcessNumbered"/>
    <dgm:cxn modelId="{A648EE5F-A67D-456A-A646-B5D5601E4686}" type="presOf" srcId="{E6185081-C845-4DBF-8FE6-DFD1F1E5F5D7}" destId="{81CB36FE-A353-4291-8B87-B6B5AC6CB8E2}" srcOrd="0" destOrd="1" presId="urn:microsoft.com/office/officeart/2016/7/layout/LinearBlockProcessNumbered"/>
    <dgm:cxn modelId="{85902964-8CC6-487C-9244-782A76EA95FE}" type="presOf" srcId="{EFC0F476-4732-456E-BBF5-C3DAE4AF74D6}" destId="{1FCEA2DC-D17D-4D95-9458-24315D2FDAAB}" srcOrd="0" destOrd="0" presId="urn:microsoft.com/office/officeart/2016/7/layout/LinearBlockProcessNumbered"/>
    <dgm:cxn modelId="{7DB8FF6A-063B-47C3-AF5F-854FBF4494DE}" type="presOf" srcId="{A341BDAF-F245-42FF-A896-9F98D446DEBF}" destId="{8537333D-8C5C-40EF-8EF5-19405D80FE0D}" srcOrd="0" destOrd="0" presId="urn:microsoft.com/office/officeart/2016/7/layout/LinearBlockProcessNumbered"/>
    <dgm:cxn modelId="{C7419D4B-1B49-4AB5-BCCA-CCB5E0C08289}" type="presOf" srcId="{CC21D7EF-BCCE-47D2-98D4-F9FFF43F3896}" destId="{58AF5CAE-C42D-4D25-995F-73E5CFE8159C}" srcOrd="0" destOrd="0" presId="urn:microsoft.com/office/officeart/2016/7/layout/LinearBlockProcessNumbered"/>
    <dgm:cxn modelId="{5595584E-12A3-4BE8-8DC1-5AC5A4637F28}" srcId="{EF77A724-CA12-484F-A186-6D990C04A6B6}" destId="{377B9AFE-E87D-447F-AFC4-9DEC55845413}" srcOrd="1" destOrd="0" parTransId="{A4F4805C-8501-4E9C-A6B2-CA851DFB1FDA}" sibTransId="{CC21D7EF-BCCE-47D2-98D4-F9FFF43F3896}"/>
    <dgm:cxn modelId="{9B6DCB6F-2D16-4E9D-B795-54DAD6F37748}" type="presOf" srcId="{C4BDB067-131C-468B-A4B8-28C27E8FD258}" destId="{2050DF67-555F-4FB9-89B0-4E091361B375}" srcOrd="1" destOrd="0" presId="urn:microsoft.com/office/officeart/2016/7/layout/LinearBlockProcessNumbered"/>
    <dgm:cxn modelId="{E2A28D72-6D0F-477E-8BF3-325502BB2DA2}" srcId="{EF77A724-CA12-484F-A186-6D990C04A6B6}" destId="{C4BDB067-131C-468B-A4B8-28C27E8FD258}" srcOrd="2" destOrd="0" parTransId="{A21A1CC3-6A0D-42FE-8A0F-C2A0E2BA7E86}" sibTransId="{2053A2FB-8A55-4098-9139-D5551F070069}"/>
    <dgm:cxn modelId="{35C47B96-5A1F-4265-9621-8AFD88D191CD}" type="presOf" srcId="{3ADE3381-E70F-4DD2-B22C-B8FC7F818972}" destId="{A2F56185-DEA5-453A-992A-401A7016CCAC}" srcOrd="0" destOrd="0" presId="urn:microsoft.com/office/officeart/2016/7/layout/LinearBlockProcessNumbered"/>
    <dgm:cxn modelId="{ECA258B5-18CC-478A-8EB7-68E861F89E8B}" type="presOf" srcId="{C4BDB067-131C-468B-A4B8-28C27E8FD258}" destId="{35870461-959B-43C8-B921-E07AF302329A}" srcOrd="0" destOrd="0" presId="urn:microsoft.com/office/officeart/2016/7/layout/LinearBlockProcessNumbered"/>
    <dgm:cxn modelId="{307A88BF-369B-4248-ACE7-AF503DEA620B}" type="presOf" srcId="{5690F7A6-F27C-4C0D-9055-919D9522BE96}" destId="{596CD92F-BAEA-42B4-AA2B-2E39B8FBB5A6}" srcOrd="1" destOrd="0" presId="urn:microsoft.com/office/officeart/2016/7/layout/LinearBlockProcessNumbered"/>
    <dgm:cxn modelId="{408B0DC4-A042-48EE-8CE7-A1CB0A092B69}" type="presOf" srcId="{3ADE3381-E70F-4DD2-B22C-B8FC7F818972}" destId="{FEB0D564-8F4D-416D-BD6E-4502EDA3571D}" srcOrd="1" destOrd="0" presId="urn:microsoft.com/office/officeart/2016/7/layout/LinearBlockProcessNumbered"/>
    <dgm:cxn modelId="{024F2CC4-298C-4895-B99D-2193B9D8BF7B}" srcId="{EF77A724-CA12-484F-A186-6D990C04A6B6}" destId="{3ADE3381-E70F-4DD2-B22C-B8FC7F818972}" srcOrd="0" destOrd="0" parTransId="{E989B5FE-233F-4952-A3A9-DC1308E3D039}" sibTransId="{A341BDAF-F245-42FF-A896-9F98D446DEBF}"/>
    <dgm:cxn modelId="{F10434CA-7EA9-4CB2-B038-6FA0507EE965}" type="presOf" srcId="{377B9AFE-E87D-447F-AFC4-9DEC55845413}" destId="{81CB36FE-A353-4291-8B87-B6B5AC6CB8E2}" srcOrd="1" destOrd="0" presId="urn:microsoft.com/office/officeart/2016/7/layout/LinearBlockProcessNumbered"/>
    <dgm:cxn modelId="{195195E0-63FE-495D-A786-653DB2AD934E}" srcId="{EF77A724-CA12-484F-A186-6D990C04A6B6}" destId="{5690F7A6-F27C-4C0D-9055-919D9522BE96}" srcOrd="3" destOrd="0" parTransId="{0B972AB2-703E-44CA-A19F-E0FFD0497692}" sibTransId="{EFC0F476-4732-456E-BBF5-C3DAE4AF74D6}"/>
    <dgm:cxn modelId="{F20D6CED-0BD3-4BFE-A1D4-4B2F163169C3}" type="presOf" srcId="{2053A2FB-8A55-4098-9139-D5551F070069}" destId="{0DD824AB-3CF7-4D7B-8B96-20AD8F9F9FE7}" srcOrd="0" destOrd="0" presId="urn:microsoft.com/office/officeart/2016/7/layout/LinearBlockProcessNumbered"/>
    <dgm:cxn modelId="{EA035932-7DAE-4AD9-AF83-E9643264614A}" type="presParOf" srcId="{90456E32-9E47-4748-88AB-E723D7B66ABA}" destId="{5AAA010B-B1D7-43D9-BF7C-C5CFDD553484}" srcOrd="0" destOrd="0" presId="urn:microsoft.com/office/officeart/2016/7/layout/LinearBlockProcessNumbered"/>
    <dgm:cxn modelId="{57087B7D-BCB7-4FF3-8F7B-E80A63E054A9}" type="presParOf" srcId="{5AAA010B-B1D7-43D9-BF7C-C5CFDD553484}" destId="{A2F56185-DEA5-453A-992A-401A7016CCAC}" srcOrd="0" destOrd="0" presId="urn:microsoft.com/office/officeart/2016/7/layout/LinearBlockProcessNumbered"/>
    <dgm:cxn modelId="{0F48B26F-43B4-46FE-90F4-392243A259B7}" type="presParOf" srcId="{5AAA010B-B1D7-43D9-BF7C-C5CFDD553484}" destId="{8537333D-8C5C-40EF-8EF5-19405D80FE0D}" srcOrd="1" destOrd="0" presId="urn:microsoft.com/office/officeart/2016/7/layout/LinearBlockProcessNumbered"/>
    <dgm:cxn modelId="{634403DA-A60E-486B-8BC1-1D02243EC55B}" type="presParOf" srcId="{5AAA010B-B1D7-43D9-BF7C-C5CFDD553484}" destId="{FEB0D564-8F4D-416D-BD6E-4502EDA3571D}" srcOrd="2" destOrd="0" presId="urn:microsoft.com/office/officeart/2016/7/layout/LinearBlockProcessNumbered"/>
    <dgm:cxn modelId="{7828826D-D958-436F-9356-372B1E60A406}" type="presParOf" srcId="{90456E32-9E47-4748-88AB-E723D7B66ABA}" destId="{4F8222CD-A956-4431-B509-3480667C061A}" srcOrd="1" destOrd="0" presId="urn:microsoft.com/office/officeart/2016/7/layout/LinearBlockProcessNumbered"/>
    <dgm:cxn modelId="{BA96698B-316E-49DD-B669-14BDFD5CB626}" type="presParOf" srcId="{90456E32-9E47-4748-88AB-E723D7B66ABA}" destId="{FC39CDDE-AF05-403C-9A31-DB5F31E9A2CE}" srcOrd="2" destOrd="0" presId="urn:microsoft.com/office/officeart/2016/7/layout/LinearBlockProcessNumbered"/>
    <dgm:cxn modelId="{44E1E544-B7F8-45E3-BEC1-B37F0B05FB14}" type="presParOf" srcId="{FC39CDDE-AF05-403C-9A31-DB5F31E9A2CE}" destId="{AF561C9E-01C9-4690-9153-CF9E27DBA10D}" srcOrd="0" destOrd="0" presId="urn:microsoft.com/office/officeart/2016/7/layout/LinearBlockProcessNumbered"/>
    <dgm:cxn modelId="{B7EC86AF-3F41-48BD-9014-FFBB8AC340D2}" type="presParOf" srcId="{FC39CDDE-AF05-403C-9A31-DB5F31E9A2CE}" destId="{58AF5CAE-C42D-4D25-995F-73E5CFE8159C}" srcOrd="1" destOrd="0" presId="urn:microsoft.com/office/officeart/2016/7/layout/LinearBlockProcessNumbered"/>
    <dgm:cxn modelId="{9AB54215-A340-48C1-9B1A-4304F3FBC149}" type="presParOf" srcId="{FC39CDDE-AF05-403C-9A31-DB5F31E9A2CE}" destId="{81CB36FE-A353-4291-8B87-B6B5AC6CB8E2}" srcOrd="2" destOrd="0" presId="urn:microsoft.com/office/officeart/2016/7/layout/LinearBlockProcessNumbered"/>
    <dgm:cxn modelId="{9E49A4E7-54DD-4192-B891-00D158B4A511}" type="presParOf" srcId="{90456E32-9E47-4748-88AB-E723D7B66ABA}" destId="{248A6578-3310-4E4F-A1ED-392E68F6961C}" srcOrd="3" destOrd="0" presId="urn:microsoft.com/office/officeart/2016/7/layout/LinearBlockProcessNumbered"/>
    <dgm:cxn modelId="{FAE22B4D-EE44-4490-AFFC-F4B460582FCF}" type="presParOf" srcId="{90456E32-9E47-4748-88AB-E723D7B66ABA}" destId="{5A735B69-850E-4064-A90C-F743CC7FBF3C}" srcOrd="4" destOrd="0" presId="urn:microsoft.com/office/officeart/2016/7/layout/LinearBlockProcessNumbered"/>
    <dgm:cxn modelId="{24F09194-ABD0-4373-B8BD-4E3D55C6EA5B}" type="presParOf" srcId="{5A735B69-850E-4064-A90C-F743CC7FBF3C}" destId="{35870461-959B-43C8-B921-E07AF302329A}" srcOrd="0" destOrd="0" presId="urn:microsoft.com/office/officeart/2016/7/layout/LinearBlockProcessNumbered"/>
    <dgm:cxn modelId="{2598F34F-7F56-4433-B3CA-7C79B13F83A5}" type="presParOf" srcId="{5A735B69-850E-4064-A90C-F743CC7FBF3C}" destId="{0DD824AB-3CF7-4D7B-8B96-20AD8F9F9FE7}" srcOrd="1" destOrd="0" presId="urn:microsoft.com/office/officeart/2016/7/layout/LinearBlockProcessNumbered"/>
    <dgm:cxn modelId="{F2035D3F-7AA1-4F56-8A87-05E0C578CF14}" type="presParOf" srcId="{5A735B69-850E-4064-A90C-F743CC7FBF3C}" destId="{2050DF67-555F-4FB9-89B0-4E091361B375}" srcOrd="2" destOrd="0" presId="urn:microsoft.com/office/officeart/2016/7/layout/LinearBlockProcessNumbered"/>
    <dgm:cxn modelId="{B29151FB-8A6F-4254-90E5-5F0B8AD71BDD}" type="presParOf" srcId="{90456E32-9E47-4748-88AB-E723D7B66ABA}" destId="{20AC3346-505A-4F6D-873C-6E2CCA586374}" srcOrd="5" destOrd="0" presId="urn:microsoft.com/office/officeart/2016/7/layout/LinearBlockProcessNumbered"/>
    <dgm:cxn modelId="{47CFAB1D-EBC3-4C5E-85B6-2FC9BFE34309}" type="presParOf" srcId="{90456E32-9E47-4748-88AB-E723D7B66ABA}" destId="{606C3C4F-9CB9-4FD7-9DDC-2EB9CB29781D}" srcOrd="6" destOrd="0" presId="urn:microsoft.com/office/officeart/2016/7/layout/LinearBlockProcessNumbered"/>
    <dgm:cxn modelId="{35D7AB05-8AD8-46CC-A044-6475F4641BC9}" type="presParOf" srcId="{606C3C4F-9CB9-4FD7-9DDC-2EB9CB29781D}" destId="{2B8537BD-A024-4BE1-B44F-4761237995D4}" srcOrd="0" destOrd="0" presId="urn:microsoft.com/office/officeart/2016/7/layout/LinearBlockProcessNumbered"/>
    <dgm:cxn modelId="{73944D1E-26F3-4A67-BEC0-3981E3EE0895}" type="presParOf" srcId="{606C3C4F-9CB9-4FD7-9DDC-2EB9CB29781D}" destId="{1FCEA2DC-D17D-4D95-9458-24315D2FDAAB}" srcOrd="1" destOrd="0" presId="urn:microsoft.com/office/officeart/2016/7/layout/LinearBlockProcessNumbered"/>
    <dgm:cxn modelId="{114DC2E3-82AD-4A3B-96E9-273DD7E8C2F2}" type="presParOf" srcId="{606C3C4F-9CB9-4FD7-9DDC-2EB9CB29781D}" destId="{596CD92F-BAEA-42B4-AA2B-2E39B8FBB5A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FA0BD39-C97C-4822-A2AF-D47662CE974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F30ED6-C834-4FCC-93B1-E142F6B83A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Standardize for all repos</a:t>
          </a:r>
        </a:p>
      </dgm:t>
    </dgm:pt>
    <dgm:pt modelId="{417EE2B4-350A-40C8-9F87-1B199A433A41}" type="parTrans" cxnId="{A9A6430B-A1A8-411D-9798-0940494DAC13}">
      <dgm:prSet/>
      <dgm:spPr/>
      <dgm:t>
        <a:bodyPr/>
        <a:lstStyle/>
        <a:p>
          <a:endParaRPr lang="en-US"/>
        </a:p>
      </dgm:t>
    </dgm:pt>
    <dgm:pt modelId="{33B0869C-7649-4E3E-80BB-4C64A2DC1368}" type="sibTrans" cxnId="{A9A6430B-A1A8-411D-9798-0940494DAC13}">
      <dgm:prSet/>
      <dgm:spPr/>
      <dgm:t>
        <a:bodyPr/>
        <a:lstStyle/>
        <a:p>
          <a:endParaRPr lang="en-US"/>
        </a:p>
      </dgm:t>
    </dgm:pt>
    <dgm:pt modelId="{8CB020F6-11B6-4F9C-A10B-9AB2931A47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Actively audit memberships and activity</a:t>
          </a:r>
        </a:p>
      </dgm:t>
    </dgm:pt>
    <dgm:pt modelId="{BC78B5E9-5BDE-49D1-AB15-EFCCC7031A58}" type="parTrans" cxnId="{843BB9F3-21A7-4742-90E8-D2AE3650E7DD}">
      <dgm:prSet/>
      <dgm:spPr/>
      <dgm:t>
        <a:bodyPr/>
        <a:lstStyle/>
        <a:p>
          <a:endParaRPr lang="en-US"/>
        </a:p>
      </dgm:t>
    </dgm:pt>
    <dgm:pt modelId="{ED24A583-E5B7-4890-BB6E-17495D950507}" type="sibTrans" cxnId="{843BB9F3-21A7-4742-90E8-D2AE3650E7DD}">
      <dgm:prSet/>
      <dgm:spPr/>
      <dgm:t>
        <a:bodyPr/>
        <a:lstStyle/>
        <a:p>
          <a:endParaRPr lang="en-US"/>
        </a:p>
      </dgm:t>
    </dgm:pt>
    <dgm:pt modelId="{F8A7DBD8-2BA1-4F39-8304-32BC0ABCDA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Add security.MD to provide instructions for reporting vulnerabilities</a:t>
          </a:r>
        </a:p>
      </dgm:t>
    </dgm:pt>
    <dgm:pt modelId="{1D546A2B-01BD-47A2-BA56-703FEEB68DD2}" type="parTrans" cxnId="{DB1CF349-223B-42F6-891E-F8B62DCDFFA9}">
      <dgm:prSet/>
      <dgm:spPr/>
      <dgm:t>
        <a:bodyPr/>
        <a:lstStyle/>
        <a:p>
          <a:endParaRPr lang="en-US"/>
        </a:p>
      </dgm:t>
    </dgm:pt>
    <dgm:pt modelId="{BB149056-9C59-45CD-85A2-4311265A1A59}" type="sibTrans" cxnId="{DB1CF349-223B-42F6-891E-F8B62DCDFFA9}">
      <dgm:prSet/>
      <dgm:spPr/>
      <dgm:t>
        <a:bodyPr/>
        <a:lstStyle/>
        <a:p>
          <a:endParaRPr lang="en-US"/>
        </a:p>
      </dgm:t>
    </dgm:pt>
    <dgm:pt modelId="{D4A8E0A9-D0F8-4BFC-9CC3-9EE315AF034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secret scanning</a:t>
          </a:r>
        </a:p>
      </dgm:t>
    </dgm:pt>
    <dgm:pt modelId="{E8C012F5-85E5-4EAC-A1C4-7D658BCB4EBD}" type="parTrans" cxnId="{2336BBB7-4BBF-4C24-AA1A-479A39A592BF}">
      <dgm:prSet/>
      <dgm:spPr/>
      <dgm:t>
        <a:bodyPr/>
        <a:lstStyle/>
        <a:p>
          <a:endParaRPr lang="en-US"/>
        </a:p>
      </dgm:t>
    </dgm:pt>
    <dgm:pt modelId="{67DA4491-B91E-4B9E-B64F-ECF709159893}" type="sibTrans" cxnId="{2336BBB7-4BBF-4C24-AA1A-479A39A592BF}">
      <dgm:prSet/>
      <dgm:spPr/>
      <dgm:t>
        <a:bodyPr/>
        <a:lstStyle/>
        <a:p>
          <a:endParaRPr lang="en-US"/>
        </a:p>
      </dgm:t>
    </dgm:pt>
    <dgm:pt modelId="{2864AC7F-03E3-4A92-8CD1-600049606A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push protection</a:t>
          </a:r>
        </a:p>
      </dgm:t>
    </dgm:pt>
    <dgm:pt modelId="{8BF77D51-7729-457C-AD80-8DD189E5D59B}" type="parTrans" cxnId="{0B14EBC4-E97B-4BA2-9F4F-22C5C723C12A}">
      <dgm:prSet/>
      <dgm:spPr/>
      <dgm:t>
        <a:bodyPr/>
        <a:lstStyle/>
        <a:p>
          <a:endParaRPr lang="en-US"/>
        </a:p>
      </dgm:t>
    </dgm:pt>
    <dgm:pt modelId="{823E7A3E-C33E-4E33-A204-A338DFF2F2F2}" type="sibTrans" cxnId="{0B14EBC4-E97B-4BA2-9F4F-22C5C723C12A}">
      <dgm:prSet/>
      <dgm:spPr/>
      <dgm:t>
        <a:bodyPr/>
        <a:lstStyle/>
        <a:p>
          <a:endParaRPr lang="en-US"/>
        </a:p>
      </dgm:t>
    </dgm:pt>
    <dgm:pt modelId="{81FFD718-E686-4B7D-B51A-DEBF762825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code scanning</a:t>
          </a:r>
        </a:p>
      </dgm:t>
    </dgm:pt>
    <dgm:pt modelId="{58137F9B-CDF0-4D2F-AA18-1DA103B40017}" type="parTrans" cxnId="{876E0305-2148-4E7B-A886-139A2BEE0727}">
      <dgm:prSet/>
      <dgm:spPr/>
      <dgm:t>
        <a:bodyPr/>
        <a:lstStyle/>
        <a:p>
          <a:endParaRPr lang="en-US"/>
        </a:p>
      </dgm:t>
    </dgm:pt>
    <dgm:pt modelId="{D7F0BC66-AD92-4EA2-9F2C-81E95F19B736}" type="sibTrans" cxnId="{876E0305-2148-4E7B-A886-139A2BEE0727}">
      <dgm:prSet/>
      <dgm:spPr/>
      <dgm:t>
        <a:bodyPr/>
        <a:lstStyle/>
        <a:p>
          <a:endParaRPr lang="en-US"/>
        </a:p>
      </dgm:t>
    </dgm:pt>
    <dgm:pt modelId="{17545396-8767-4471-BD7E-05F55FD8E6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dependency alerts</a:t>
          </a:r>
        </a:p>
      </dgm:t>
    </dgm:pt>
    <dgm:pt modelId="{95E20BDC-717F-418B-9EB8-A2A5E2F8E3D6}" type="parTrans" cxnId="{0C6E765A-D073-4777-9907-0399C594774A}">
      <dgm:prSet/>
      <dgm:spPr/>
      <dgm:t>
        <a:bodyPr/>
        <a:lstStyle/>
        <a:p>
          <a:endParaRPr lang="en-US"/>
        </a:p>
      </dgm:t>
    </dgm:pt>
    <dgm:pt modelId="{471DA49B-B0DC-4128-BCC9-A6F8E4469A59}" type="sibTrans" cxnId="{0C6E765A-D073-4777-9907-0399C594774A}">
      <dgm:prSet/>
      <dgm:spPr/>
      <dgm:t>
        <a:bodyPr/>
        <a:lstStyle/>
        <a:p>
          <a:endParaRPr lang="en-US"/>
        </a:p>
      </dgm:t>
    </dgm:pt>
    <dgm:pt modelId="{8CA53000-ADD7-44D6-9F24-D82B88DD2430}" type="pres">
      <dgm:prSet presAssocID="{1FA0BD39-C97C-4822-A2AF-D47662CE974D}" presName="root" presStyleCnt="0">
        <dgm:presLayoutVars>
          <dgm:dir/>
          <dgm:resizeHandles val="exact"/>
        </dgm:presLayoutVars>
      </dgm:prSet>
      <dgm:spPr/>
    </dgm:pt>
    <dgm:pt modelId="{6CC257DB-44E5-42E7-8711-F09C25FC2C40}" type="pres">
      <dgm:prSet presAssocID="{13F30ED6-C834-4FCC-93B1-E142F6B83A5B}" presName="compNode" presStyleCnt="0"/>
      <dgm:spPr/>
    </dgm:pt>
    <dgm:pt modelId="{F0A0A910-B21C-4889-93BE-92B36B8C2BF3}" type="pres">
      <dgm:prSet presAssocID="{13F30ED6-C834-4FCC-93B1-E142F6B83A5B}" presName="bgRect" presStyleLbl="bgShp" presStyleIdx="0" presStyleCnt="3" custLinFactNeighborX="-732" custLinFactNeighborY="2323"/>
      <dgm:spPr/>
    </dgm:pt>
    <dgm:pt modelId="{6093167A-84DE-4A5C-834A-C545C4F57371}" type="pres">
      <dgm:prSet presAssocID="{13F30ED6-C834-4FCC-93B1-E142F6B83A5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5EA9616C-E60A-4F30-8ABC-3D0034C49AC4}" type="pres">
      <dgm:prSet presAssocID="{13F30ED6-C834-4FCC-93B1-E142F6B83A5B}" presName="spaceRect" presStyleCnt="0"/>
      <dgm:spPr/>
    </dgm:pt>
    <dgm:pt modelId="{82233943-C9CC-4FDF-9082-7FCDB1F64D92}" type="pres">
      <dgm:prSet presAssocID="{13F30ED6-C834-4FCC-93B1-E142F6B83A5B}" presName="parTx" presStyleLbl="revTx" presStyleIdx="0" presStyleCnt="4">
        <dgm:presLayoutVars>
          <dgm:chMax val="0"/>
          <dgm:chPref val="0"/>
        </dgm:presLayoutVars>
      </dgm:prSet>
      <dgm:spPr/>
    </dgm:pt>
    <dgm:pt modelId="{185C9B9D-5B97-4896-AE16-990030783F69}" type="pres">
      <dgm:prSet presAssocID="{13F30ED6-C834-4FCC-93B1-E142F6B83A5B}" presName="desTx" presStyleLbl="revTx" presStyleIdx="1" presStyleCnt="4">
        <dgm:presLayoutVars/>
      </dgm:prSet>
      <dgm:spPr/>
    </dgm:pt>
    <dgm:pt modelId="{97B26956-5B76-4C9E-9CDA-33C673DCF3AF}" type="pres">
      <dgm:prSet presAssocID="{33B0869C-7649-4E3E-80BB-4C64A2DC1368}" presName="sibTrans" presStyleCnt="0"/>
      <dgm:spPr/>
    </dgm:pt>
    <dgm:pt modelId="{BD6192D8-FE96-4CF4-8735-894A01A60C41}" type="pres">
      <dgm:prSet presAssocID="{8CB020F6-11B6-4F9C-A10B-9AB2931A47CF}" presName="compNode" presStyleCnt="0"/>
      <dgm:spPr/>
    </dgm:pt>
    <dgm:pt modelId="{4A21D0CD-4211-4F63-8E6E-D3779E4BEA79}" type="pres">
      <dgm:prSet presAssocID="{8CB020F6-11B6-4F9C-A10B-9AB2931A47CF}" presName="bgRect" presStyleLbl="bgShp" presStyleIdx="1" presStyleCnt="3"/>
      <dgm:spPr/>
    </dgm:pt>
    <dgm:pt modelId="{52E99391-3DCA-4991-B9F8-30B4898BF48C}" type="pres">
      <dgm:prSet presAssocID="{8CB020F6-11B6-4F9C-A10B-9AB2931A47C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EAFB0A5-8A84-41E4-8948-3F486EFD59A5}" type="pres">
      <dgm:prSet presAssocID="{8CB020F6-11B6-4F9C-A10B-9AB2931A47CF}" presName="spaceRect" presStyleCnt="0"/>
      <dgm:spPr/>
    </dgm:pt>
    <dgm:pt modelId="{7936A1EC-F658-4F6E-8A72-1E70F488EB0A}" type="pres">
      <dgm:prSet presAssocID="{8CB020F6-11B6-4F9C-A10B-9AB2931A47CF}" presName="parTx" presStyleLbl="revTx" presStyleIdx="2" presStyleCnt="4">
        <dgm:presLayoutVars>
          <dgm:chMax val="0"/>
          <dgm:chPref val="0"/>
        </dgm:presLayoutVars>
      </dgm:prSet>
      <dgm:spPr/>
    </dgm:pt>
    <dgm:pt modelId="{A5064BB6-5C52-45A2-9A85-E598EB2DF482}" type="pres">
      <dgm:prSet presAssocID="{ED24A583-E5B7-4890-BB6E-17495D950507}" presName="sibTrans" presStyleCnt="0"/>
      <dgm:spPr/>
    </dgm:pt>
    <dgm:pt modelId="{0D15AC56-FBA0-487E-AB19-E0F684AC935D}" type="pres">
      <dgm:prSet presAssocID="{F8A7DBD8-2BA1-4F39-8304-32BC0ABCDA66}" presName="compNode" presStyleCnt="0"/>
      <dgm:spPr/>
    </dgm:pt>
    <dgm:pt modelId="{40B3AB8C-6D82-45B1-A806-CDF406BE58AE}" type="pres">
      <dgm:prSet presAssocID="{F8A7DBD8-2BA1-4F39-8304-32BC0ABCDA66}" presName="bgRect" presStyleLbl="bgShp" presStyleIdx="2" presStyleCnt="3"/>
      <dgm:spPr/>
    </dgm:pt>
    <dgm:pt modelId="{8795CD07-59F6-42FE-AB02-A4D9103A4CCB}" type="pres">
      <dgm:prSet presAssocID="{F8A7DBD8-2BA1-4F39-8304-32BC0ABCDA6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03F39607-1159-4E00-98E8-2750645356E9}" type="pres">
      <dgm:prSet presAssocID="{F8A7DBD8-2BA1-4F39-8304-32BC0ABCDA66}" presName="spaceRect" presStyleCnt="0"/>
      <dgm:spPr/>
    </dgm:pt>
    <dgm:pt modelId="{2F186EDF-D71E-4239-9200-10D149CC488F}" type="pres">
      <dgm:prSet presAssocID="{F8A7DBD8-2BA1-4F39-8304-32BC0ABCDA6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76E0305-2148-4E7B-A886-139A2BEE0727}" srcId="{13F30ED6-C834-4FCC-93B1-E142F6B83A5B}" destId="{81FFD718-E686-4B7D-B51A-DEBF76282509}" srcOrd="2" destOrd="0" parTransId="{58137F9B-CDF0-4D2F-AA18-1DA103B40017}" sibTransId="{D7F0BC66-AD92-4EA2-9F2C-81E95F19B736}"/>
    <dgm:cxn modelId="{A9A6430B-A1A8-411D-9798-0940494DAC13}" srcId="{1FA0BD39-C97C-4822-A2AF-D47662CE974D}" destId="{13F30ED6-C834-4FCC-93B1-E142F6B83A5B}" srcOrd="0" destOrd="0" parTransId="{417EE2B4-350A-40C8-9F87-1B199A433A41}" sibTransId="{33B0869C-7649-4E3E-80BB-4C64A2DC1368}"/>
    <dgm:cxn modelId="{2647925D-6BB5-4FBC-AF5B-0F476C7635E9}" type="presOf" srcId="{D4A8E0A9-D0F8-4BFC-9CC3-9EE315AF034E}" destId="{185C9B9D-5B97-4896-AE16-990030783F69}" srcOrd="0" destOrd="0" presId="urn:microsoft.com/office/officeart/2018/2/layout/IconVerticalSolidList"/>
    <dgm:cxn modelId="{DB1CF349-223B-42F6-891E-F8B62DCDFFA9}" srcId="{1FA0BD39-C97C-4822-A2AF-D47662CE974D}" destId="{F8A7DBD8-2BA1-4F39-8304-32BC0ABCDA66}" srcOrd="2" destOrd="0" parTransId="{1D546A2B-01BD-47A2-BA56-703FEEB68DD2}" sibTransId="{BB149056-9C59-45CD-85A2-4311265A1A59}"/>
    <dgm:cxn modelId="{DBA05D72-42BE-45F6-BE66-9590EED94662}" type="presOf" srcId="{81FFD718-E686-4B7D-B51A-DEBF76282509}" destId="{185C9B9D-5B97-4896-AE16-990030783F69}" srcOrd="0" destOrd="2" presId="urn:microsoft.com/office/officeart/2018/2/layout/IconVerticalSolidList"/>
    <dgm:cxn modelId="{EFFE7A54-8157-4F44-8E17-5B49F4B158C1}" type="presOf" srcId="{17545396-8767-4471-BD7E-05F55FD8E63B}" destId="{185C9B9D-5B97-4896-AE16-990030783F69}" srcOrd="0" destOrd="3" presId="urn:microsoft.com/office/officeart/2018/2/layout/IconVerticalSolidList"/>
    <dgm:cxn modelId="{0C6E765A-D073-4777-9907-0399C594774A}" srcId="{13F30ED6-C834-4FCC-93B1-E142F6B83A5B}" destId="{17545396-8767-4471-BD7E-05F55FD8E63B}" srcOrd="3" destOrd="0" parTransId="{95E20BDC-717F-418B-9EB8-A2A5E2F8E3D6}" sibTransId="{471DA49B-B0DC-4128-BCC9-A6F8E4469A59}"/>
    <dgm:cxn modelId="{2C55247B-E76A-4626-BF2F-57641BA4BEF5}" type="presOf" srcId="{F8A7DBD8-2BA1-4F39-8304-32BC0ABCDA66}" destId="{2F186EDF-D71E-4239-9200-10D149CC488F}" srcOrd="0" destOrd="0" presId="urn:microsoft.com/office/officeart/2018/2/layout/IconVerticalSolidList"/>
    <dgm:cxn modelId="{810719AB-CBBF-4C56-910B-B1BE9A88D6C7}" type="presOf" srcId="{8CB020F6-11B6-4F9C-A10B-9AB2931A47CF}" destId="{7936A1EC-F658-4F6E-8A72-1E70F488EB0A}" srcOrd="0" destOrd="0" presId="urn:microsoft.com/office/officeart/2018/2/layout/IconVerticalSolidList"/>
    <dgm:cxn modelId="{2336BBB7-4BBF-4C24-AA1A-479A39A592BF}" srcId="{13F30ED6-C834-4FCC-93B1-E142F6B83A5B}" destId="{D4A8E0A9-D0F8-4BFC-9CC3-9EE315AF034E}" srcOrd="0" destOrd="0" parTransId="{E8C012F5-85E5-4EAC-A1C4-7D658BCB4EBD}" sibTransId="{67DA4491-B91E-4B9E-B64F-ECF709159893}"/>
    <dgm:cxn modelId="{0B14EBC4-E97B-4BA2-9F4F-22C5C723C12A}" srcId="{13F30ED6-C834-4FCC-93B1-E142F6B83A5B}" destId="{2864AC7F-03E3-4A92-8CD1-600049606A22}" srcOrd="1" destOrd="0" parTransId="{8BF77D51-7729-457C-AD80-8DD189E5D59B}" sibTransId="{823E7A3E-C33E-4E33-A204-A338DFF2F2F2}"/>
    <dgm:cxn modelId="{681063DA-0611-4535-A0E2-C68EA884E09A}" type="presOf" srcId="{1FA0BD39-C97C-4822-A2AF-D47662CE974D}" destId="{8CA53000-ADD7-44D6-9F24-D82B88DD2430}" srcOrd="0" destOrd="0" presId="urn:microsoft.com/office/officeart/2018/2/layout/IconVerticalSolidList"/>
    <dgm:cxn modelId="{9D17A1E7-B8F1-497E-8930-1D8EF85842AB}" type="presOf" srcId="{2864AC7F-03E3-4A92-8CD1-600049606A22}" destId="{185C9B9D-5B97-4896-AE16-990030783F69}" srcOrd="0" destOrd="1" presId="urn:microsoft.com/office/officeart/2018/2/layout/IconVerticalSolidList"/>
    <dgm:cxn modelId="{843BB9F3-21A7-4742-90E8-D2AE3650E7DD}" srcId="{1FA0BD39-C97C-4822-A2AF-D47662CE974D}" destId="{8CB020F6-11B6-4F9C-A10B-9AB2931A47CF}" srcOrd="1" destOrd="0" parTransId="{BC78B5E9-5BDE-49D1-AB15-EFCCC7031A58}" sibTransId="{ED24A583-E5B7-4890-BB6E-17495D950507}"/>
    <dgm:cxn modelId="{C78C0CFF-A010-40D1-A443-266A100FDDAC}" type="presOf" srcId="{13F30ED6-C834-4FCC-93B1-E142F6B83A5B}" destId="{82233943-C9CC-4FDF-9082-7FCDB1F64D92}" srcOrd="0" destOrd="0" presId="urn:microsoft.com/office/officeart/2018/2/layout/IconVerticalSolidList"/>
    <dgm:cxn modelId="{DCD836D2-F880-4F44-B5BA-5AA0086F752F}" type="presParOf" srcId="{8CA53000-ADD7-44D6-9F24-D82B88DD2430}" destId="{6CC257DB-44E5-42E7-8711-F09C25FC2C40}" srcOrd="0" destOrd="0" presId="urn:microsoft.com/office/officeart/2018/2/layout/IconVerticalSolidList"/>
    <dgm:cxn modelId="{C31934AD-B7F2-4859-A009-A5B9B27DA90D}" type="presParOf" srcId="{6CC257DB-44E5-42E7-8711-F09C25FC2C40}" destId="{F0A0A910-B21C-4889-93BE-92B36B8C2BF3}" srcOrd="0" destOrd="0" presId="urn:microsoft.com/office/officeart/2018/2/layout/IconVerticalSolidList"/>
    <dgm:cxn modelId="{546C8FC3-A7BE-4A4C-8FF4-708604CDB770}" type="presParOf" srcId="{6CC257DB-44E5-42E7-8711-F09C25FC2C40}" destId="{6093167A-84DE-4A5C-834A-C545C4F57371}" srcOrd="1" destOrd="0" presId="urn:microsoft.com/office/officeart/2018/2/layout/IconVerticalSolidList"/>
    <dgm:cxn modelId="{17A9733B-5AE3-4D48-B464-CE8789DF91E5}" type="presParOf" srcId="{6CC257DB-44E5-42E7-8711-F09C25FC2C40}" destId="{5EA9616C-E60A-4F30-8ABC-3D0034C49AC4}" srcOrd="2" destOrd="0" presId="urn:microsoft.com/office/officeart/2018/2/layout/IconVerticalSolidList"/>
    <dgm:cxn modelId="{9CAFF9FC-F5BA-4B81-81C3-BF876A0CBD85}" type="presParOf" srcId="{6CC257DB-44E5-42E7-8711-F09C25FC2C40}" destId="{82233943-C9CC-4FDF-9082-7FCDB1F64D92}" srcOrd="3" destOrd="0" presId="urn:microsoft.com/office/officeart/2018/2/layout/IconVerticalSolidList"/>
    <dgm:cxn modelId="{D0891CDF-9C7D-4971-9AE4-64798099C518}" type="presParOf" srcId="{6CC257DB-44E5-42E7-8711-F09C25FC2C40}" destId="{185C9B9D-5B97-4896-AE16-990030783F69}" srcOrd="4" destOrd="0" presId="urn:microsoft.com/office/officeart/2018/2/layout/IconVerticalSolidList"/>
    <dgm:cxn modelId="{168795CE-09EE-4AE9-8CD7-46A74D7D0588}" type="presParOf" srcId="{8CA53000-ADD7-44D6-9F24-D82B88DD2430}" destId="{97B26956-5B76-4C9E-9CDA-33C673DCF3AF}" srcOrd="1" destOrd="0" presId="urn:microsoft.com/office/officeart/2018/2/layout/IconVerticalSolidList"/>
    <dgm:cxn modelId="{93099372-B986-45CA-B26C-A50B4B5B5AB4}" type="presParOf" srcId="{8CA53000-ADD7-44D6-9F24-D82B88DD2430}" destId="{BD6192D8-FE96-4CF4-8735-894A01A60C41}" srcOrd="2" destOrd="0" presId="urn:microsoft.com/office/officeart/2018/2/layout/IconVerticalSolidList"/>
    <dgm:cxn modelId="{E96826BF-825C-4EFB-BA1A-3B1A962981B2}" type="presParOf" srcId="{BD6192D8-FE96-4CF4-8735-894A01A60C41}" destId="{4A21D0CD-4211-4F63-8E6E-D3779E4BEA79}" srcOrd="0" destOrd="0" presId="urn:microsoft.com/office/officeart/2018/2/layout/IconVerticalSolidList"/>
    <dgm:cxn modelId="{F9FDF957-4013-4E84-8AFE-38EEA033D949}" type="presParOf" srcId="{BD6192D8-FE96-4CF4-8735-894A01A60C41}" destId="{52E99391-3DCA-4991-B9F8-30B4898BF48C}" srcOrd="1" destOrd="0" presId="urn:microsoft.com/office/officeart/2018/2/layout/IconVerticalSolidList"/>
    <dgm:cxn modelId="{67819658-4BBB-4B9C-B206-A520D3C71834}" type="presParOf" srcId="{BD6192D8-FE96-4CF4-8735-894A01A60C41}" destId="{AEAFB0A5-8A84-41E4-8948-3F486EFD59A5}" srcOrd="2" destOrd="0" presId="urn:microsoft.com/office/officeart/2018/2/layout/IconVerticalSolidList"/>
    <dgm:cxn modelId="{3A57FDD1-6354-4BB6-8250-0752D9690182}" type="presParOf" srcId="{BD6192D8-FE96-4CF4-8735-894A01A60C41}" destId="{7936A1EC-F658-4F6E-8A72-1E70F488EB0A}" srcOrd="3" destOrd="0" presId="urn:microsoft.com/office/officeart/2018/2/layout/IconVerticalSolidList"/>
    <dgm:cxn modelId="{DC58D7E6-1303-4427-91BE-3F46D37D9422}" type="presParOf" srcId="{8CA53000-ADD7-44D6-9F24-D82B88DD2430}" destId="{A5064BB6-5C52-45A2-9A85-E598EB2DF482}" srcOrd="3" destOrd="0" presId="urn:microsoft.com/office/officeart/2018/2/layout/IconVerticalSolidList"/>
    <dgm:cxn modelId="{DD93C839-2E08-478C-81E7-610396C00B1A}" type="presParOf" srcId="{8CA53000-ADD7-44D6-9F24-D82B88DD2430}" destId="{0D15AC56-FBA0-487E-AB19-E0F684AC935D}" srcOrd="4" destOrd="0" presId="urn:microsoft.com/office/officeart/2018/2/layout/IconVerticalSolidList"/>
    <dgm:cxn modelId="{A0A5BBD3-7BC4-415E-8508-5B94D5FB1167}" type="presParOf" srcId="{0D15AC56-FBA0-487E-AB19-E0F684AC935D}" destId="{40B3AB8C-6D82-45B1-A806-CDF406BE58AE}" srcOrd="0" destOrd="0" presId="urn:microsoft.com/office/officeart/2018/2/layout/IconVerticalSolidList"/>
    <dgm:cxn modelId="{6D544FC9-61F4-4B65-BF21-B10234C6CD7A}" type="presParOf" srcId="{0D15AC56-FBA0-487E-AB19-E0F684AC935D}" destId="{8795CD07-59F6-42FE-AB02-A4D9103A4CCB}" srcOrd="1" destOrd="0" presId="urn:microsoft.com/office/officeart/2018/2/layout/IconVerticalSolidList"/>
    <dgm:cxn modelId="{94D995FA-C78D-4F4A-B599-85E0F0BF36C3}" type="presParOf" srcId="{0D15AC56-FBA0-487E-AB19-E0F684AC935D}" destId="{03F39607-1159-4E00-98E8-2750645356E9}" srcOrd="2" destOrd="0" presId="urn:microsoft.com/office/officeart/2018/2/layout/IconVerticalSolidList"/>
    <dgm:cxn modelId="{65205195-D968-40B8-974B-AEA797CF7183}" type="presParOf" srcId="{0D15AC56-FBA0-487E-AB19-E0F684AC935D}" destId="{2F186EDF-D71E-4239-9200-10D149CC48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129E1-614F-416E-80C6-141F16B93AB6}">
      <dsp:nvSpPr>
        <dsp:cNvPr id="0" name=""/>
        <dsp:cNvSpPr/>
      </dsp:nvSpPr>
      <dsp:spPr>
        <a:xfrm>
          <a:off x="0" y="1799"/>
          <a:ext cx="5157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37644E-338B-4D37-8AFC-D01689FF94DC}">
      <dsp:nvSpPr>
        <dsp:cNvPr id="0" name=""/>
        <dsp:cNvSpPr/>
      </dsp:nvSpPr>
      <dsp:spPr>
        <a:xfrm>
          <a:off x="0" y="1799"/>
          <a:ext cx="5157787" cy="1226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Code that can be viewed by the public</a:t>
          </a:r>
        </a:p>
      </dsp:txBody>
      <dsp:txXfrm>
        <a:off x="0" y="1799"/>
        <a:ext cx="5157787" cy="1226996"/>
      </dsp:txXfrm>
    </dsp:sp>
    <dsp:sp modelId="{565C693F-C8D3-49D8-9041-2B6D9E30F0EE}">
      <dsp:nvSpPr>
        <dsp:cNvPr id="0" name=""/>
        <dsp:cNvSpPr/>
      </dsp:nvSpPr>
      <dsp:spPr>
        <a:xfrm>
          <a:off x="0" y="1228795"/>
          <a:ext cx="5157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26E0C6-99E9-410B-B48E-D2423BC31494}">
      <dsp:nvSpPr>
        <dsp:cNvPr id="0" name=""/>
        <dsp:cNvSpPr/>
      </dsp:nvSpPr>
      <dsp:spPr>
        <a:xfrm>
          <a:off x="0" y="1228795"/>
          <a:ext cx="5157787" cy="1226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Cloneable by anyone</a:t>
          </a:r>
        </a:p>
      </dsp:txBody>
      <dsp:txXfrm>
        <a:off x="0" y="1228795"/>
        <a:ext cx="5157787" cy="1226996"/>
      </dsp:txXfrm>
    </dsp:sp>
    <dsp:sp modelId="{76BE5B75-5383-49E0-B9F1-3EB4BB0F9FD1}">
      <dsp:nvSpPr>
        <dsp:cNvPr id="0" name=""/>
        <dsp:cNvSpPr/>
      </dsp:nvSpPr>
      <dsp:spPr>
        <a:xfrm>
          <a:off x="0" y="2455792"/>
          <a:ext cx="5157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29A6D-9258-4FA5-8E19-9369972B8322}">
      <dsp:nvSpPr>
        <dsp:cNvPr id="0" name=""/>
        <dsp:cNvSpPr/>
      </dsp:nvSpPr>
      <dsp:spPr>
        <a:xfrm>
          <a:off x="0" y="2455792"/>
          <a:ext cx="5157787" cy="1226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540" tIns="129540" rIns="129540" bIns="129540" numCol="1" spcCol="1270" anchor="t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Typically referred to as an open-source project</a:t>
          </a:r>
        </a:p>
      </dsp:txBody>
      <dsp:txXfrm>
        <a:off x="0" y="2455792"/>
        <a:ext cx="5157787" cy="12269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129E1-614F-416E-80C6-141F16B93AB6}">
      <dsp:nvSpPr>
        <dsp:cNvPr id="0" name=""/>
        <dsp:cNvSpPr/>
      </dsp:nvSpPr>
      <dsp:spPr>
        <a:xfrm>
          <a:off x="0" y="0"/>
          <a:ext cx="515778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37644E-338B-4D37-8AFC-D01689FF94DC}">
      <dsp:nvSpPr>
        <dsp:cNvPr id="0" name=""/>
        <dsp:cNvSpPr/>
      </dsp:nvSpPr>
      <dsp:spPr>
        <a:xfrm>
          <a:off x="0" y="0"/>
          <a:ext cx="5157787" cy="36845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 dirty="0"/>
            <a:t>Does not have to be editable </a:t>
          </a:r>
          <a:r>
            <a:rPr lang="en-US" sz="6000" kern="1200"/>
            <a:t>by everyone</a:t>
          </a:r>
          <a:endParaRPr lang="en-US" sz="6000" kern="1200" dirty="0"/>
        </a:p>
      </dsp:txBody>
      <dsp:txXfrm>
        <a:off x="0" y="0"/>
        <a:ext cx="5157787" cy="36845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81A856-7AEA-4BEC-AFF6-5B7CD545FE16}">
      <dsp:nvSpPr>
        <dsp:cNvPr id="0" name=""/>
        <dsp:cNvSpPr/>
      </dsp:nvSpPr>
      <dsp:spPr>
        <a:xfrm>
          <a:off x="1077500" y="2007"/>
          <a:ext cx="4310001" cy="104002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626" tIns="264167" rIns="83626" bIns="26416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Prevent secrets being committed to source control</a:t>
          </a:r>
        </a:p>
      </dsp:txBody>
      <dsp:txXfrm>
        <a:off x="1077500" y="2007"/>
        <a:ext cx="4310001" cy="1040029"/>
      </dsp:txXfrm>
    </dsp:sp>
    <dsp:sp modelId="{E17871F3-55E3-414F-83B8-6DEA854F9F3B}">
      <dsp:nvSpPr>
        <dsp:cNvPr id="0" name=""/>
        <dsp:cNvSpPr/>
      </dsp:nvSpPr>
      <dsp:spPr>
        <a:xfrm>
          <a:off x="0" y="2007"/>
          <a:ext cx="1077500" cy="104002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018" tIns="102732" rIns="57018" bIns="102732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Prevent</a:t>
          </a:r>
        </a:p>
      </dsp:txBody>
      <dsp:txXfrm>
        <a:off x="0" y="2007"/>
        <a:ext cx="1077500" cy="1040029"/>
      </dsp:txXfrm>
    </dsp:sp>
    <dsp:sp modelId="{6AD84E78-38AC-479A-A86E-703B2EA67156}">
      <dsp:nvSpPr>
        <dsp:cNvPr id="0" name=""/>
        <dsp:cNvSpPr/>
      </dsp:nvSpPr>
      <dsp:spPr>
        <a:xfrm>
          <a:off x="1077500" y="1104438"/>
          <a:ext cx="4310001" cy="104002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626" tIns="264167" rIns="83626" bIns="26416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Store secrets in secret managers and inject into CI/CD. Don’t hard code</a:t>
          </a:r>
        </a:p>
      </dsp:txBody>
      <dsp:txXfrm>
        <a:off x="1077500" y="1104438"/>
        <a:ext cx="4310001" cy="1040029"/>
      </dsp:txXfrm>
    </dsp:sp>
    <dsp:sp modelId="{23A27B57-2A29-46CD-894A-DC92AD9BA838}">
      <dsp:nvSpPr>
        <dsp:cNvPr id="0" name=""/>
        <dsp:cNvSpPr/>
      </dsp:nvSpPr>
      <dsp:spPr>
        <a:xfrm>
          <a:off x="0" y="1104438"/>
          <a:ext cx="1077500" cy="104002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018" tIns="102732" rIns="57018" bIns="102732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Store</a:t>
          </a:r>
        </a:p>
      </dsp:txBody>
      <dsp:txXfrm>
        <a:off x="0" y="1104438"/>
        <a:ext cx="1077500" cy="1040029"/>
      </dsp:txXfrm>
    </dsp:sp>
    <dsp:sp modelId="{026A8826-7361-4D86-881E-5DE7BAD4332C}">
      <dsp:nvSpPr>
        <dsp:cNvPr id="0" name=""/>
        <dsp:cNvSpPr/>
      </dsp:nvSpPr>
      <dsp:spPr>
        <a:xfrm>
          <a:off x="1077500" y="2206869"/>
          <a:ext cx="4310001" cy="104002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626" tIns="264167" rIns="83626" bIns="26416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Enable dependency scanning</a:t>
          </a:r>
        </a:p>
      </dsp:txBody>
      <dsp:txXfrm>
        <a:off x="1077500" y="2206869"/>
        <a:ext cx="4310001" cy="1040029"/>
      </dsp:txXfrm>
    </dsp:sp>
    <dsp:sp modelId="{ED28EB12-A47D-47F4-89AE-198A243D28B0}">
      <dsp:nvSpPr>
        <dsp:cNvPr id="0" name=""/>
        <dsp:cNvSpPr/>
      </dsp:nvSpPr>
      <dsp:spPr>
        <a:xfrm>
          <a:off x="0" y="2206869"/>
          <a:ext cx="1077500" cy="104002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018" tIns="102732" rIns="57018" bIns="102732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Enable</a:t>
          </a:r>
        </a:p>
      </dsp:txBody>
      <dsp:txXfrm>
        <a:off x="0" y="2206869"/>
        <a:ext cx="1077500" cy="1040029"/>
      </dsp:txXfrm>
    </dsp:sp>
    <dsp:sp modelId="{781C5B96-3ED3-46B2-AC8F-18653C9323B6}">
      <dsp:nvSpPr>
        <dsp:cNvPr id="0" name=""/>
        <dsp:cNvSpPr/>
      </dsp:nvSpPr>
      <dsp:spPr>
        <a:xfrm>
          <a:off x="1077500" y="3309300"/>
          <a:ext cx="4310001" cy="104002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3626" tIns="264167" rIns="83626" bIns="264167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Pin third-party libraries to prevent unexpected updates/ malicious actions </a:t>
          </a:r>
        </a:p>
      </dsp:txBody>
      <dsp:txXfrm>
        <a:off x="1077500" y="3309300"/>
        <a:ext cx="4310001" cy="1040029"/>
      </dsp:txXfrm>
    </dsp:sp>
    <dsp:sp modelId="{A0ECFDCB-54CF-4352-AFCA-D46EBE875C6C}">
      <dsp:nvSpPr>
        <dsp:cNvPr id="0" name=""/>
        <dsp:cNvSpPr/>
      </dsp:nvSpPr>
      <dsp:spPr>
        <a:xfrm>
          <a:off x="0" y="3309300"/>
          <a:ext cx="1077500" cy="104002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018" tIns="102732" rIns="57018" bIns="102732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Pin</a:t>
          </a:r>
        </a:p>
      </dsp:txBody>
      <dsp:txXfrm>
        <a:off x="0" y="3309300"/>
        <a:ext cx="1077500" cy="10400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F56185-DEA5-453A-992A-401A7016CCAC}">
      <dsp:nvSpPr>
        <dsp:cNvPr id="0" name=""/>
        <dsp:cNvSpPr/>
      </dsp:nvSpPr>
      <dsp:spPr>
        <a:xfrm>
          <a:off x="213" y="550072"/>
          <a:ext cx="2577217" cy="30926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Restrict workflow permissions to select repositories and actions</a:t>
          </a:r>
        </a:p>
      </dsp:txBody>
      <dsp:txXfrm>
        <a:off x="213" y="1787136"/>
        <a:ext cx="2577217" cy="1855596"/>
      </dsp:txXfrm>
    </dsp:sp>
    <dsp:sp modelId="{8537333D-8C5C-40EF-8EF5-19405D80FE0D}">
      <dsp:nvSpPr>
        <dsp:cNvPr id="0" name=""/>
        <dsp:cNvSpPr/>
      </dsp:nvSpPr>
      <dsp:spPr>
        <a:xfrm>
          <a:off x="213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01</a:t>
          </a:r>
        </a:p>
      </dsp:txBody>
      <dsp:txXfrm>
        <a:off x="213" y="550072"/>
        <a:ext cx="2577217" cy="1237064"/>
      </dsp:txXfrm>
    </dsp:sp>
    <dsp:sp modelId="{AF561C9E-01C9-4690-9153-CF9E27DBA10D}">
      <dsp:nvSpPr>
        <dsp:cNvPr id="0" name=""/>
        <dsp:cNvSpPr/>
      </dsp:nvSpPr>
      <dsp:spPr>
        <a:xfrm>
          <a:off x="2783608" y="550072"/>
          <a:ext cx="2577217" cy="3092660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Protect against untrusted inputs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Don’t pull from unknown forks</a:t>
          </a:r>
        </a:p>
      </dsp:txBody>
      <dsp:txXfrm>
        <a:off x="2783608" y="1787136"/>
        <a:ext cx="2577217" cy="1855596"/>
      </dsp:txXfrm>
    </dsp:sp>
    <dsp:sp modelId="{58AF5CAE-C42D-4D25-995F-73E5CFE8159C}">
      <dsp:nvSpPr>
        <dsp:cNvPr id="0" name=""/>
        <dsp:cNvSpPr/>
      </dsp:nvSpPr>
      <dsp:spPr>
        <a:xfrm>
          <a:off x="2783608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02</a:t>
          </a:r>
        </a:p>
      </dsp:txBody>
      <dsp:txXfrm>
        <a:off x="2783608" y="550072"/>
        <a:ext cx="2577217" cy="1237064"/>
      </dsp:txXfrm>
    </dsp:sp>
    <dsp:sp modelId="{35870461-959B-43C8-B921-E07AF302329A}">
      <dsp:nvSpPr>
        <dsp:cNvPr id="0" name=""/>
        <dsp:cNvSpPr/>
      </dsp:nvSpPr>
      <dsp:spPr>
        <a:xfrm>
          <a:off x="5567003" y="550072"/>
          <a:ext cx="2577217" cy="3092660"/>
        </a:xfrm>
        <a:prstGeom prst="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Separate Runners and environments</a:t>
          </a:r>
        </a:p>
      </dsp:txBody>
      <dsp:txXfrm>
        <a:off x="5567003" y="1787136"/>
        <a:ext cx="2577217" cy="1855596"/>
      </dsp:txXfrm>
    </dsp:sp>
    <dsp:sp modelId="{0DD824AB-3CF7-4D7B-8B96-20AD8F9F9FE7}">
      <dsp:nvSpPr>
        <dsp:cNvPr id="0" name=""/>
        <dsp:cNvSpPr/>
      </dsp:nvSpPr>
      <dsp:spPr>
        <a:xfrm>
          <a:off x="5567003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03</a:t>
          </a:r>
        </a:p>
      </dsp:txBody>
      <dsp:txXfrm>
        <a:off x="5567003" y="550072"/>
        <a:ext cx="2577217" cy="1237064"/>
      </dsp:txXfrm>
    </dsp:sp>
    <dsp:sp modelId="{2B8537BD-A024-4BE1-B44F-4761237995D4}">
      <dsp:nvSpPr>
        <dsp:cNvPr id="0" name=""/>
        <dsp:cNvSpPr/>
      </dsp:nvSpPr>
      <dsp:spPr>
        <a:xfrm>
          <a:off x="8350398" y="550072"/>
          <a:ext cx="2577217" cy="309266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0" rIns="25457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Do not allow workflows to approve Pull Requests</a:t>
          </a:r>
        </a:p>
      </dsp:txBody>
      <dsp:txXfrm>
        <a:off x="8350398" y="1787136"/>
        <a:ext cx="2577217" cy="1855596"/>
      </dsp:txXfrm>
    </dsp:sp>
    <dsp:sp modelId="{1FCEA2DC-D17D-4D95-9458-24315D2FDAAB}">
      <dsp:nvSpPr>
        <dsp:cNvPr id="0" name=""/>
        <dsp:cNvSpPr/>
      </dsp:nvSpPr>
      <dsp:spPr>
        <a:xfrm>
          <a:off x="8350398" y="550072"/>
          <a:ext cx="2577217" cy="123706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572" tIns="165100" rIns="254572" bIns="165100" numCol="1" spcCol="1270" anchor="ctr" anchorCtr="0">
          <a:noAutofit/>
        </a:bodyPr>
        <a:lstStyle/>
        <a:p>
          <a:pPr marL="0" lvl="0" indent="0" algn="l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04</a:t>
          </a:r>
        </a:p>
      </dsp:txBody>
      <dsp:txXfrm>
        <a:off x="8350398" y="550072"/>
        <a:ext cx="2577217" cy="123706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A0A910-B21C-4889-93BE-92B36B8C2BF3}">
      <dsp:nvSpPr>
        <dsp:cNvPr id="0" name=""/>
        <dsp:cNvSpPr/>
      </dsp:nvSpPr>
      <dsp:spPr>
        <a:xfrm>
          <a:off x="0" y="29404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93167A-84DE-4A5C-834A-C545C4F57371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233943-C9CC-4FDF-9082-7FCDB1F64D92}">
      <dsp:nvSpPr>
        <dsp:cNvPr id="0" name=""/>
        <dsp:cNvSpPr/>
      </dsp:nvSpPr>
      <dsp:spPr>
        <a:xfrm>
          <a:off x="1435590" y="531"/>
          <a:ext cx="473202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Standardize for all repos</a:t>
          </a:r>
        </a:p>
      </dsp:txBody>
      <dsp:txXfrm>
        <a:off x="1435590" y="531"/>
        <a:ext cx="4732020" cy="1242935"/>
      </dsp:txXfrm>
    </dsp:sp>
    <dsp:sp modelId="{185C9B9D-5B97-4896-AE16-990030783F69}">
      <dsp:nvSpPr>
        <dsp:cNvPr id="0" name=""/>
        <dsp:cNvSpPr/>
      </dsp:nvSpPr>
      <dsp:spPr>
        <a:xfrm>
          <a:off x="6167610" y="531"/>
          <a:ext cx="434798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secret scanning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push protection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code scanning</a:t>
          </a:r>
        </a:p>
        <a:p>
          <a:pPr marL="0" lvl="0" indent="0" algn="l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dependency alerts</a:t>
          </a:r>
        </a:p>
      </dsp:txBody>
      <dsp:txXfrm>
        <a:off x="6167610" y="531"/>
        <a:ext cx="4347989" cy="1242935"/>
      </dsp:txXfrm>
    </dsp:sp>
    <dsp:sp modelId="{4A21D0CD-4211-4F63-8E6E-D3779E4BEA79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E99391-3DCA-4991-B9F8-30B4898BF48C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36A1EC-F658-4F6E-8A72-1E70F488EB0A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Actively audit memberships and activity</a:t>
          </a:r>
        </a:p>
      </dsp:txBody>
      <dsp:txXfrm>
        <a:off x="1435590" y="1554201"/>
        <a:ext cx="9080009" cy="1242935"/>
      </dsp:txXfrm>
    </dsp:sp>
    <dsp:sp modelId="{40B3AB8C-6D82-45B1-A806-CDF406BE58AE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95CD07-59F6-42FE-AB02-A4D9103A4CCB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186EDF-D71E-4239-9200-10D149CC488F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Add security.MD to provide instructions for reporting vulnerabilities</a:t>
          </a:r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914D-50D6-4EDA-E879-D100C458D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604F-7910-90F3-3D5E-1A1D7B1F21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B6FAC-A7AA-4727-36D0-B48B15034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3686A-5669-4761-B2A0-8F59B432D943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CBC69-CA92-1891-B47B-886F45C63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56EF2-D861-D18C-7799-606D34C42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EF05-8C55-4FAB-A5C2-03B286EB8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444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B801B-17B2-DC4F-D2A0-BE46F2023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E753E-454B-C1F0-F007-27F5393B1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5D075-E42E-397D-143B-BAC7EC611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3686A-5669-4761-B2A0-8F59B432D943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401D3-E29E-C17F-501F-3922252CA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68ED7C-4C9D-FD1A-3422-22023470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EF05-8C55-4FAB-A5C2-03B286EB8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840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BB779-3BF0-1BC6-B0DF-8FFC2B504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6C60A-442B-FC44-8C22-7775E2484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5C8F1-26C0-B185-ACFB-219AAC3AD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3686A-5669-4761-B2A0-8F59B432D943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64A93-DD8B-9DC2-5D6A-3C0CDEF64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5D03B-58F9-CCB2-64AA-7B14A2A04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EF05-8C55-4FAB-A5C2-03B286EB8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296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14CC2-F586-2FFC-5ECB-F45162F2E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1DF3D-365B-9DB5-6FAC-9C771D0195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99D37-EC94-15F5-A555-046E9B733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29738-92DB-89F1-70A4-FF090E804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3686A-5669-4761-B2A0-8F59B432D943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01FBF-F8A2-2C10-AA20-2F228842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238F9A-CCD3-3E31-18CC-1C4029874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EF05-8C55-4FAB-A5C2-03B286EB8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499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5FEE7-49FC-EF16-C37A-86FE3DEBD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58823-7A97-9A94-15E3-2BBE160E4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E766B-9B48-902F-7A84-45F476C78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2A0467-391B-7991-2F76-6C61BCBB5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3E3431-4B74-7DF6-FDDC-63772D285F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4E0439-6DAB-7871-A2AB-34EA7DA98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3686A-5669-4761-B2A0-8F59B432D943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C903D8-D22F-19CD-17DA-071B3DB4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84AA6-8E98-4F56-4870-A8940AF5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EF05-8C55-4FAB-A5C2-03B286EB8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220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FE30-65D6-08C5-AFD8-DB0DFE757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597C4D-AA10-5C35-9220-2932A0ADE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3686A-5669-4761-B2A0-8F59B432D943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AB80E-21E5-EFEE-5586-83147553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00CDC6-2617-D897-DADF-DBC5253FC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EF05-8C55-4FAB-A5C2-03B286EB8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525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E0E3CA-A516-14D5-1FF4-31F9577D0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3686A-5669-4761-B2A0-8F59B432D943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551035-C24F-C17C-BFFB-1188A3067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F2436-4CE6-0376-A9E2-7C9CF46D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EF05-8C55-4FAB-A5C2-03B286EB8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023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1D66E-3134-792B-95EA-0786A74FC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41DC-B86E-DB60-DE89-927EEBD3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F7905-C572-BBC6-D856-0F941D9CF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9DED0-4F2C-7CB4-AB83-89ED8A0C1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3686A-5669-4761-B2A0-8F59B432D943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C69CC-62C5-97E3-1A93-A54DC3E63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76916B-64D2-4CE9-B5A0-129C92367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EF05-8C55-4FAB-A5C2-03B286EB8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739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20B99-32C8-D982-7C0F-60823C11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F6E21B-46F4-CC38-1EE6-41F777C85E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83B8B-3BE0-E460-6002-EE49947D2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7C75F2-5098-8350-1F98-97121EED1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3686A-5669-4761-B2A0-8F59B432D943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3D6D51-E90F-6D1A-9F9E-D80F8705F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1500E-72F0-D99A-D522-E5C2577A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EF05-8C55-4FAB-A5C2-03B286EB8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798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9693-71BB-3A16-DC56-944F8731C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E1C62-CBF8-5657-85D5-69F7161DD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193839-6D9D-8C31-195C-5837F034C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3686A-5669-4761-B2A0-8F59B432D943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81F2F-1AB4-DCD9-FD96-F2F14EF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94A91-B274-3636-BF58-3A4EC3A9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EF05-8C55-4FAB-A5C2-03B286EB8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176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F43415-81B4-ADCE-CC8D-95306B7B97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7D74A-DE67-FD1B-FE51-1E486A1AE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7AFB7-360D-89CE-3FC9-99CC7ED9B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3686A-5669-4761-B2A0-8F59B432D943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B2855-3745-6F3C-F0D0-89D390F04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3E366-6266-CAE6-C1BB-7FDEFAA5D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82EF05-8C55-4FAB-A5C2-03B286EB8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9052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F8D517-044D-1CE4-6E4E-ABD86E12D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0F569-57F3-9954-F663-F6EF86411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6B5E0-2A8B-158C-F1F6-6DD50C18A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53686A-5669-4761-B2A0-8F59B432D943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208B6-0253-416B-2C47-99B2150861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6E8C0-3347-BFEE-1B29-CD5D7E9C6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82EF05-8C55-4FAB-A5C2-03B286EB84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722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ithub.com/en/code-security/tutorials/secure-your-organization/protect-against-threats" TargetMode="External"/><Relationship Id="rId2" Type="http://schemas.openxmlformats.org/officeDocument/2006/relationships/hyperlink" Target="https://copilot.microsoft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B1DA2-FE5E-A53D-AA66-3AFB32012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Open Repository Security Controls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72710-3994-54AA-209B-367AA33B2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>
                <a:solidFill>
                  <a:schemeClr val="tx2"/>
                </a:solidFill>
              </a:rPr>
              <a:t>By Matthew Rozendaal</a:t>
            </a:r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91643C23-AA5C-7B8A-6623-175A7683A0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81304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FE3B-10D7-3ED7-213B-41B81B46D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Open Repository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2FBB1-4022-43CD-A5A9-BD3CA4DD6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it is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D20D6F76-520B-7BA1-8D9D-74E0F8069AA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49569170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D98A5D-AD0D-F567-FAC2-30DE22D54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What it is not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502365C5-E97C-3E99-B6A9-1B6C6E5CA8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5996543"/>
              </p:ext>
            </p:extLst>
          </p:nvPr>
        </p:nvGraphicFramePr>
        <p:xfrm>
          <a:off x="6278383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778757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290A8-9B40-ABDC-A5F4-96F2D8D62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Control: Identity, access control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389AB-77A3-C232-8133-24D97E1DF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dirty="0"/>
              <a:t>Require MFA for all members</a:t>
            </a:r>
          </a:p>
          <a:p>
            <a:r>
              <a:rPr lang="en-US" dirty="0"/>
              <a:t>Apply least privilege religiously</a:t>
            </a:r>
          </a:p>
          <a:p>
            <a:r>
              <a:rPr lang="en-US" dirty="0"/>
              <a:t>Restrict repository visibility and forking settings access</a:t>
            </a:r>
          </a:p>
          <a:p>
            <a:pPr lvl="1"/>
            <a:r>
              <a:rPr lang="en-US" dirty="0"/>
              <a:t>Only allow certain users the ability to make a code repository visible</a:t>
            </a:r>
          </a:p>
        </p:txBody>
      </p:sp>
    </p:spTree>
    <p:extLst>
      <p:ext uri="{BB962C8B-B14F-4D97-AF65-F5344CB8AC3E}">
        <p14:creationId xmlns:p14="http://schemas.microsoft.com/office/powerpoint/2010/main" val="1260783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758675-F703-3194-6399-432A6C5C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Control: Branch protection / change control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E4601-D0BE-655E-3278-DF6DCF7B9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Protect the main, develop, and release branches</a:t>
            </a:r>
          </a:p>
          <a:p>
            <a:r>
              <a:rPr lang="en-US" dirty="0"/>
              <a:t>Require PR’s for merges</a:t>
            </a:r>
          </a:p>
          <a:p>
            <a:r>
              <a:rPr lang="en-US" dirty="0"/>
              <a:t>Require at least one (preferably more than one) review approvals</a:t>
            </a:r>
          </a:p>
          <a:p>
            <a:r>
              <a:rPr lang="en-US" dirty="0"/>
              <a:t>Block branch deletion and force pushes</a:t>
            </a:r>
          </a:p>
          <a:p>
            <a:r>
              <a:rPr lang="en-US" dirty="0"/>
              <a:t>Require linear history and passing unit tests and security scans</a:t>
            </a:r>
          </a:p>
          <a:p>
            <a:r>
              <a:rPr lang="en-US" dirty="0"/>
              <a:t>Specific teams should “own” and be the final approvers for sensitive code</a:t>
            </a:r>
          </a:p>
        </p:txBody>
      </p:sp>
    </p:spTree>
    <p:extLst>
      <p:ext uri="{BB962C8B-B14F-4D97-AF65-F5344CB8AC3E}">
        <p14:creationId xmlns:p14="http://schemas.microsoft.com/office/powerpoint/2010/main" val="1562562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88BF-5BB5-642D-4ECA-B21BB25D8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87502" cy="1325563"/>
          </a:xfrm>
        </p:spPr>
        <p:txBody>
          <a:bodyPr>
            <a:normAutofit/>
          </a:bodyPr>
          <a:lstStyle/>
          <a:p>
            <a:r>
              <a:rPr lang="en-US" dirty="0"/>
              <a:t>Controls: Secrets and sensitive data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2D4273-4466-2487-4739-0B4435473B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43"/>
          <a:stretch>
            <a:fillRect/>
          </a:stretch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12" name="!!Oval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!!Arc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FB5E57-65BD-B1F3-9760-FFD6171DDD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3257747"/>
              </p:ext>
            </p:extLst>
          </p:nvPr>
        </p:nvGraphicFramePr>
        <p:xfrm>
          <a:off x="838200" y="1825625"/>
          <a:ext cx="538750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22871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7FF54B-11BA-0B10-DF0D-233720227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Control: CI/CD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772982-7A8D-0B47-739B-BAC13606C0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193169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343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C63F-CCA8-F688-B662-26B00D3C9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Control: Monitoring</a:t>
            </a:r>
            <a:endParaRPr lang="en-US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A26EE7F1-072C-97D8-2A82-142A9BBDDE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09658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7700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81E0-3217-C346-D1E0-FF8D061E9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75932-8B86-E637-923B-1F95B0425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Microsoft. (2026). Microsoft Copilot [Large language model]. </a:t>
            </a:r>
            <a:r>
              <a:rPr lang="en-US" i="1" dirty="0">
                <a:hlinkClick r:id="rId2"/>
              </a:rPr>
              <a:t>https://copilot.microsoft.com</a:t>
            </a:r>
            <a:endParaRPr lang="en-US" i="1" dirty="0"/>
          </a:p>
          <a:p>
            <a:r>
              <a:rPr lang="en-US" i="1" dirty="0"/>
              <a:t>Protecting against security threats - GitHub Docs</a:t>
            </a:r>
            <a:r>
              <a:rPr lang="en-US" dirty="0"/>
              <a:t>. (2026). GitHub Docs. </a:t>
            </a:r>
            <a:r>
              <a:rPr lang="en-US">
                <a:hlinkClick r:id="rId3"/>
              </a:rPr>
              <a:t>https://docs.github.com/en/code-security/tutorials/secure-your-organization/protect-against-threats</a:t>
            </a:r>
            <a:endParaRPr lang="en-US" i="1" dirty="0"/>
          </a:p>
          <a:p>
            <a:r>
              <a:rPr lang="en-US" i="1" dirty="0"/>
              <a:t>Repository Hardening | Security Alliance</a:t>
            </a:r>
            <a:r>
              <a:rPr lang="en-US" dirty="0"/>
              <a:t>. (2026, July 8). Security Frameworks by SEAL. https://frameworks.securityalliance.org/devsecops/repository-hardening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754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333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Open Repository Security Controls</vt:lpstr>
      <vt:lpstr>What is an Open Repository</vt:lpstr>
      <vt:lpstr>Control: Identity, access control</vt:lpstr>
      <vt:lpstr>Control: Branch protection / change control</vt:lpstr>
      <vt:lpstr>Controls: Secrets and sensitive data</vt:lpstr>
      <vt:lpstr>Control: CI/CD</vt:lpstr>
      <vt:lpstr>Control: Monitoring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rozendaal</dc:creator>
  <cp:lastModifiedBy>matthew rozendaal</cp:lastModifiedBy>
  <cp:revision>4</cp:revision>
  <dcterms:created xsi:type="dcterms:W3CDTF">2026-07-15T02:59:17Z</dcterms:created>
  <dcterms:modified xsi:type="dcterms:W3CDTF">2026-07-21T01:10:31Z</dcterms:modified>
</cp:coreProperties>
</file>